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3" r:id="rId8"/>
    <p:sldId id="265" r:id="rId9"/>
    <p:sldId id="261" r:id="rId10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C4F5AC-6C79-638B-524D-B8A832059E51}" v="11" dt="2026-02-13T12:46:21.041"/>
    <p1510:client id="{447E2586-B542-1A30-06DE-605D211F04FA}" v="4" dt="2026-02-14T07:44:57.991"/>
    <p1510:client id="{A42E7165-B08C-B9EE-DF1B-AAC448B76978}" v="38" dt="2026-02-14T06:45:23.614"/>
    <p1510:client id="{BB06A10A-B185-E206-B48F-74BBDBB455CE}" v="68" dt="2026-02-14T07:19:29.897"/>
    <p1510:client id="{C68DFDFF-2AEC-57AC-69F1-4719ADC1FFB0}" v="262" dt="2026-02-14T06:49:16.143"/>
    <p1510:client id="{ECAEF851-51C6-6610-A327-93CF11CE2650}" v="1" dt="2026-02-14T07:06:48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i Jussila" userId="S::aljussil24@students.oamk.fi::45dae01f-571a-4c66-a1c6-45e4348e5f05" providerId="AD" clId="Web-{F41904C4-AC66-F7AA-162F-A4F90C9CCA3A}"/>
    <pc:docChg chg="modSld">
      <pc:chgData name="Aleksi Jussila" userId="S::aljussil24@students.oamk.fi::45dae01f-571a-4c66-a1c6-45e4348e5f05" providerId="AD" clId="Web-{F41904C4-AC66-F7AA-162F-A4F90C9CCA3A}" dt="2026-02-10T12:26:42.392" v="77" actId="20577"/>
      <pc:docMkLst>
        <pc:docMk/>
      </pc:docMkLst>
      <pc:sldChg chg="modSp">
        <pc:chgData name="Aleksi Jussila" userId="S::aljussil24@students.oamk.fi::45dae01f-571a-4c66-a1c6-45e4348e5f05" providerId="AD" clId="Web-{F41904C4-AC66-F7AA-162F-A4F90C9CCA3A}" dt="2026-02-10T12:13:22.489" v="20" actId="20577"/>
        <pc:sldMkLst>
          <pc:docMk/>
          <pc:sldMk cId="2623185638" sldId="260"/>
        </pc:sldMkLst>
        <pc:spChg chg="mod">
          <ac:chgData name="Aleksi Jussila" userId="S::aljussil24@students.oamk.fi::45dae01f-571a-4c66-a1c6-45e4348e5f05" providerId="AD" clId="Web-{F41904C4-AC66-F7AA-162F-A4F90C9CCA3A}" dt="2026-02-10T12:13:22.489" v="20" actId="20577"/>
          <ac:spMkLst>
            <pc:docMk/>
            <pc:sldMk cId="2623185638" sldId="260"/>
            <ac:spMk id="2" creationId="{23BB794A-FB74-CC89-2E9F-89ED32F4FED2}"/>
          </ac:spMkLst>
        </pc:spChg>
      </pc:sldChg>
      <pc:sldChg chg="modSp">
        <pc:chgData name="Aleksi Jussila" userId="S::aljussil24@students.oamk.fi::45dae01f-571a-4c66-a1c6-45e4348e5f05" providerId="AD" clId="Web-{F41904C4-AC66-F7AA-162F-A4F90C9CCA3A}" dt="2026-02-10T12:26:42.392" v="77" actId="20577"/>
        <pc:sldMkLst>
          <pc:docMk/>
          <pc:sldMk cId="1282710277" sldId="264"/>
        </pc:sldMkLst>
        <pc:spChg chg="mod">
          <ac:chgData name="Aleksi Jussila" userId="S::aljussil24@students.oamk.fi::45dae01f-571a-4c66-a1c6-45e4348e5f05" providerId="AD" clId="Web-{F41904C4-AC66-F7AA-162F-A4F90C9CCA3A}" dt="2026-02-10T12:26:42.392" v="77" actId="20577"/>
          <ac:spMkLst>
            <pc:docMk/>
            <pc:sldMk cId="1282710277" sldId="264"/>
            <ac:spMk id="3" creationId="{7A71E4BA-5B48-54EF-4A4C-A3BD1E49E25E}"/>
          </ac:spMkLst>
        </pc:spChg>
      </pc:sldChg>
    </pc:docChg>
  </pc:docChgLst>
  <pc:docChgLst>
    <pc:chgData name="Vili Virnes" userId="S::vvirnes24@students.oamk.fi::acb68275-c19f-4c6c-8c5d-1645bf6c3837" providerId="AD" clId="Web-{ECAEF851-51C6-6610-A327-93CF11CE2650}"/>
    <pc:docChg chg="modSld">
      <pc:chgData name="Vili Virnes" userId="S::vvirnes24@students.oamk.fi::acb68275-c19f-4c6c-8c5d-1645bf6c3837" providerId="AD" clId="Web-{ECAEF851-51C6-6610-A327-93CF11CE2650}" dt="2026-02-14T07:06:48.887" v="0" actId="14100"/>
      <pc:docMkLst>
        <pc:docMk/>
      </pc:docMkLst>
      <pc:sldChg chg="modSp">
        <pc:chgData name="Vili Virnes" userId="S::vvirnes24@students.oamk.fi::acb68275-c19f-4c6c-8c5d-1645bf6c3837" providerId="AD" clId="Web-{ECAEF851-51C6-6610-A327-93CF11CE2650}" dt="2026-02-14T07:06:48.887" v="0" actId="14100"/>
        <pc:sldMkLst>
          <pc:docMk/>
          <pc:sldMk cId="1282710277" sldId="264"/>
        </pc:sldMkLst>
        <pc:spChg chg="mod">
          <ac:chgData name="Vili Virnes" userId="S::vvirnes24@students.oamk.fi::acb68275-c19f-4c6c-8c5d-1645bf6c3837" providerId="AD" clId="Web-{ECAEF851-51C6-6610-A327-93CF11CE2650}" dt="2026-02-14T07:06:48.887" v="0" actId="14100"/>
          <ac:spMkLst>
            <pc:docMk/>
            <pc:sldMk cId="1282710277" sldId="264"/>
            <ac:spMk id="3" creationId="{7A71E4BA-5B48-54EF-4A4C-A3BD1E49E25E}"/>
          </ac:spMkLst>
        </pc:spChg>
      </pc:sldChg>
    </pc:docChg>
  </pc:docChgLst>
  <pc:docChgLst>
    <pc:chgData name="Aleksi Jussila" userId="S::aljussil24@students.oamk.fi::45dae01f-571a-4c66-a1c6-45e4348e5f05" providerId="AD" clId="Web-{EC9E782E-4C4F-7FDA-C6DA-5E6D0EEACCDA}"/>
    <pc:docChg chg="modSld">
      <pc:chgData name="Aleksi Jussila" userId="S::aljussil24@students.oamk.fi::45dae01f-571a-4c66-a1c6-45e4348e5f05" providerId="AD" clId="Web-{EC9E782E-4C4F-7FDA-C6DA-5E6D0EEACCDA}" dt="2026-02-10T13:56:23.399" v="34" actId="20577"/>
      <pc:docMkLst>
        <pc:docMk/>
      </pc:docMkLst>
      <pc:sldChg chg="modSp">
        <pc:chgData name="Aleksi Jussila" userId="S::aljussil24@students.oamk.fi::45dae01f-571a-4c66-a1c6-45e4348e5f05" providerId="AD" clId="Web-{EC9E782E-4C4F-7FDA-C6DA-5E6D0EEACCDA}" dt="2026-02-10T13:56:23.399" v="34" actId="20577"/>
        <pc:sldMkLst>
          <pc:docMk/>
          <pc:sldMk cId="1282710277" sldId="264"/>
        </pc:sldMkLst>
        <pc:spChg chg="mod">
          <ac:chgData name="Aleksi Jussila" userId="S::aljussil24@students.oamk.fi::45dae01f-571a-4c66-a1c6-45e4348e5f05" providerId="AD" clId="Web-{EC9E782E-4C4F-7FDA-C6DA-5E6D0EEACCDA}" dt="2026-02-10T13:56:23.399" v="34" actId="20577"/>
          <ac:spMkLst>
            <pc:docMk/>
            <pc:sldMk cId="1282710277" sldId="264"/>
            <ac:spMk id="3" creationId="{7A71E4BA-5B48-54EF-4A4C-A3BD1E49E25E}"/>
          </ac:spMkLst>
        </pc:spChg>
      </pc:sldChg>
    </pc:docChg>
  </pc:docChgLst>
  <pc:docChgLst>
    <pc:chgData name="Santeri Rautio" userId="S::sanrauti24@students.oamk.fi::5a5d544b-4261-46ac-9d4b-b9f4274764f3" providerId="AD" clId="Web-{1567B53A-25BA-C187-2B04-E901B67CAA6D}"/>
    <pc:docChg chg="modSld">
      <pc:chgData name="Santeri Rautio" userId="S::sanrauti24@students.oamk.fi::5a5d544b-4261-46ac-9d4b-b9f4274764f3" providerId="AD" clId="Web-{1567B53A-25BA-C187-2B04-E901B67CAA6D}" dt="2026-02-11T11:53:34.850" v="92" actId="20577"/>
      <pc:docMkLst>
        <pc:docMk/>
      </pc:docMkLst>
      <pc:sldChg chg="modSp">
        <pc:chgData name="Santeri Rautio" userId="S::sanrauti24@students.oamk.fi::5a5d544b-4261-46ac-9d4b-b9f4274764f3" providerId="AD" clId="Web-{1567B53A-25BA-C187-2B04-E901B67CAA6D}" dt="2026-02-11T11:53:34.850" v="92" actId="20577"/>
        <pc:sldMkLst>
          <pc:docMk/>
          <pc:sldMk cId="1282710277" sldId="264"/>
        </pc:sldMkLst>
        <pc:spChg chg="mod">
          <ac:chgData name="Santeri Rautio" userId="S::sanrauti24@students.oamk.fi::5a5d544b-4261-46ac-9d4b-b9f4274764f3" providerId="AD" clId="Web-{1567B53A-25BA-C187-2B04-E901B67CAA6D}" dt="2026-02-11T11:53:34.850" v="92" actId="20577"/>
          <ac:spMkLst>
            <pc:docMk/>
            <pc:sldMk cId="1282710277" sldId="264"/>
            <ac:spMk id="3" creationId="{7A71E4BA-5B48-54EF-4A4C-A3BD1E49E25E}"/>
          </ac:spMkLst>
        </pc:spChg>
      </pc:sldChg>
    </pc:docChg>
  </pc:docChgLst>
  <pc:docChgLst>
    <pc:chgData name="Valtteri Sippala" userId="S::c3siva00@students.oamk.fi::c1f45f33-b511-4c68-b4bc-3568241a9e9b" providerId="AD" clId="Web-{BB06A10A-B185-E206-B48F-74BBDBB455CE}"/>
    <pc:docChg chg="modSld sldOrd">
      <pc:chgData name="Valtteri Sippala" userId="S::c3siva00@students.oamk.fi::c1f45f33-b511-4c68-b4bc-3568241a9e9b" providerId="AD" clId="Web-{BB06A10A-B185-E206-B48F-74BBDBB455CE}" dt="2026-02-14T07:19:29.897" v="67" actId="1076"/>
      <pc:docMkLst>
        <pc:docMk/>
      </pc:docMkLst>
      <pc:sldChg chg="modSp">
        <pc:chgData name="Valtteri Sippala" userId="S::c3siva00@students.oamk.fi::c1f45f33-b511-4c68-b4bc-3568241a9e9b" providerId="AD" clId="Web-{BB06A10A-B185-E206-B48F-74BBDBB455CE}" dt="2026-02-14T07:19:29.897" v="67" actId="1076"/>
        <pc:sldMkLst>
          <pc:docMk/>
          <pc:sldMk cId="782385677" sldId="256"/>
        </pc:sldMkLst>
        <pc:spChg chg="mod">
          <ac:chgData name="Valtteri Sippala" userId="S::c3siva00@students.oamk.fi::c1f45f33-b511-4c68-b4bc-3568241a9e9b" providerId="AD" clId="Web-{BB06A10A-B185-E206-B48F-74BBDBB455CE}" dt="2026-02-14T07:19:29.897" v="67" actId="1076"/>
          <ac:spMkLst>
            <pc:docMk/>
            <pc:sldMk cId="782385677" sldId="256"/>
            <ac:spMk id="3" creationId="{00000000-0000-0000-0000-000000000000}"/>
          </ac:spMkLst>
        </pc:spChg>
      </pc:sldChg>
      <pc:sldChg chg="mod modShow">
        <pc:chgData name="Valtteri Sippala" userId="S::c3siva00@students.oamk.fi::c1f45f33-b511-4c68-b4bc-3568241a9e9b" providerId="AD" clId="Web-{BB06A10A-B185-E206-B48F-74BBDBB455CE}" dt="2026-02-14T06:55:51.159" v="16"/>
        <pc:sldMkLst>
          <pc:docMk/>
          <pc:sldMk cId="3982676770" sldId="259"/>
        </pc:sldMkLst>
      </pc:sldChg>
      <pc:sldChg chg="ord">
        <pc:chgData name="Valtteri Sippala" userId="S::c3siva00@students.oamk.fi::c1f45f33-b511-4c68-b4bc-3568241a9e9b" providerId="AD" clId="Web-{BB06A10A-B185-E206-B48F-74BBDBB455CE}" dt="2026-02-14T06:54:54.048" v="15"/>
        <pc:sldMkLst>
          <pc:docMk/>
          <pc:sldMk cId="2084652520" sldId="261"/>
        </pc:sldMkLst>
      </pc:sldChg>
      <pc:sldChg chg="modSp">
        <pc:chgData name="Valtteri Sippala" userId="S::c3siva00@students.oamk.fi::c1f45f33-b511-4c68-b4bc-3568241a9e9b" providerId="AD" clId="Web-{BB06A10A-B185-E206-B48F-74BBDBB455CE}" dt="2026-02-14T06:50:29.539" v="14" actId="1076"/>
        <pc:sldMkLst>
          <pc:docMk/>
          <pc:sldMk cId="2598080660" sldId="263"/>
        </pc:sldMkLst>
        <pc:spChg chg="mod">
          <ac:chgData name="Valtteri Sippala" userId="S::c3siva00@students.oamk.fi::c1f45f33-b511-4c68-b4bc-3568241a9e9b" providerId="AD" clId="Web-{BB06A10A-B185-E206-B48F-74BBDBB455CE}" dt="2026-02-14T06:50:20.117" v="11" actId="14100"/>
          <ac:spMkLst>
            <pc:docMk/>
            <pc:sldMk cId="2598080660" sldId="263"/>
            <ac:spMk id="3" creationId="{9AAF1850-0D52-1D29-2CDA-5F6B0CAD96E7}"/>
          </ac:spMkLst>
        </pc:spChg>
        <pc:picChg chg="mod">
          <ac:chgData name="Valtteri Sippala" userId="S::c3siva00@students.oamk.fi::c1f45f33-b511-4c68-b4bc-3568241a9e9b" providerId="AD" clId="Web-{BB06A10A-B185-E206-B48F-74BBDBB455CE}" dt="2026-02-14T06:50:29.539" v="14" actId="1076"/>
          <ac:picMkLst>
            <pc:docMk/>
            <pc:sldMk cId="2598080660" sldId="263"/>
            <ac:picMk id="4" creationId="{FC142AB9-CA7D-8DB3-48C2-DBCD219E53BB}"/>
          </ac:picMkLst>
        </pc:picChg>
      </pc:sldChg>
    </pc:docChg>
  </pc:docChgLst>
  <pc:docChgLst>
    <pc:chgData name="Valtteri Sippala" userId="S::c3siva00@students.oamk.fi::c1f45f33-b511-4c68-b4bc-3568241a9e9b" providerId="AD" clId="Web-{A383D81E-CECA-F5D5-0016-6BA21CC80AF0}"/>
    <pc:docChg chg="addSld delSld modSld addMainMaster delMainMaster">
      <pc:chgData name="Valtteri Sippala" userId="S::c3siva00@students.oamk.fi::c1f45f33-b511-4c68-b4bc-3568241a9e9b" providerId="AD" clId="Web-{A383D81E-CECA-F5D5-0016-6BA21CC80AF0}" dt="2026-02-09T10:49:59.363" v="824"/>
      <pc:docMkLst>
        <pc:docMk/>
      </pc:docMkLst>
      <pc:sldChg chg="addSp delSp modSp mod setBg modClrScheme setClrOvrMap chgLayout">
        <pc:chgData name="Valtteri Sippala" userId="S::c3siva00@students.oamk.fi::c1f45f33-b511-4c68-b4bc-3568241a9e9b" providerId="AD" clId="Web-{A383D81E-CECA-F5D5-0016-6BA21CC80AF0}" dt="2026-02-09T10:05:04.688" v="13"/>
        <pc:sldMkLst>
          <pc:docMk/>
          <pc:sldMk cId="782385677" sldId="256"/>
        </pc:sldMkLst>
        <pc:spChg chg="mod">
          <ac:chgData name="Valtteri Sippala" userId="S::c3siva00@students.oamk.fi::c1f45f33-b511-4c68-b4bc-3568241a9e9b" providerId="AD" clId="Web-{A383D81E-CECA-F5D5-0016-6BA21CC80AF0}" dt="2026-02-09T10:05:04.688" v="13"/>
          <ac:spMkLst>
            <pc:docMk/>
            <pc:sldMk cId="782385677" sldId="256"/>
            <ac:spMk id="2" creationId="{00000000-0000-0000-0000-000000000000}"/>
          </ac:spMkLst>
        </pc:spChg>
        <pc:spChg chg="mod">
          <ac:chgData name="Valtteri Sippala" userId="S::c3siva00@students.oamk.fi::c1f45f33-b511-4c68-b4bc-3568241a9e9b" providerId="AD" clId="Web-{A383D81E-CECA-F5D5-0016-6BA21CC80AF0}" dt="2026-02-09T10:05:04.688" v="13"/>
          <ac:spMkLst>
            <pc:docMk/>
            <pc:sldMk cId="782385677" sldId="256"/>
            <ac:spMk id="3" creationId="{00000000-0000-0000-0000-000000000000}"/>
          </ac:spMkLst>
        </pc:spChg>
        <pc:picChg chg="add mod">
          <ac:chgData name="Valtteri Sippala" userId="S::c3siva00@students.oamk.fi::c1f45f33-b511-4c68-b4bc-3568241a9e9b" providerId="AD" clId="Web-{A383D81E-CECA-F5D5-0016-6BA21CC80AF0}" dt="2026-02-09T10:05:04.688" v="13"/>
          <ac:picMkLst>
            <pc:docMk/>
            <pc:sldMk cId="782385677" sldId="256"/>
            <ac:picMk id="15" creationId="{0DB6193A-7273-3500-E028-D07E0EEEB5B6}"/>
          </ac:picMkLst>
        </pc:picChg>
      </pc:sldChg>
      <pc:sldChg chg="addSp delSp modSp new mod setBg setClrOvrMap">
        <pc:chgData name="Valtteri Sippala" userId="S::c3siva00@students.oamk.fi::c1f45f33-b511-4c68-b4bc-3568241a9e9b" providerId="AD" clId="Web-{A383D81E-CECA-F5D5-0016-6BA21CC80AF0}" dt="2026-02-09T10:25:27.219" v="634" actId="20577"/>
        <pc:sldMkLst>
          <pc:docMk/>
          <pc:sldMk cId="2463164349" sldId="257"/>
        </pc:sldMkLst>
        <pc:spChg chg="mod ord">
          <ac:chgData name="Valtteri Sippala" userId="S::c3siva00@students.oamk.fi::c1f45f33-b511-4c68-b4bc-3568241a9e9b" providerId="AD" clId="Web-{A383D81E-CECA-F5D5-0016-6BA21CC80AF0}" dt="2026-02-09T10:25:27.219" v="634" actId="20577"/>
          <ac:spMkLst>
            <pc:docMk/>
            <pc:sldMk cId="2463164349" sldId="257"/>
            <ac:spMk id="2" creationId="{762B42CC-6C02-9DB4-4A93-045BF9E893E4}"/>
          </ac:spMkLst>
        </pc:spChg>
        <pc:picChg chg="add mod ord">
          <ac:chgData name="Valtteri Sippala" userId="S::c3siva00@students.oamk.fi::c1f45f33-b511-4c68-b4bc-3568241a9e9b" providerId="AD" clId="Web-{A383D81E-CECA-F5D5-0016-6BA21CC80AF0}" dt="2026-02-09T10:21:33.992" v="492"/>
          <ac:picMkLst>
            <pc:docMk/>
            <pc:sldMk cId="2463164349" sldId="257"/>
            <ac:picMk id="59" creationId="{AD44D8D0-0A63-7325-95DA-C81D0B5A0697}"/>
          </ac:picMkLst>
        </pc:picChg>
      </pc:sldChg>
      <pc:sldChg chg="modSp">
        <pc:chgData name="Valtteri Sippala" userId="S::c3siva00@students.oamk.fi::c1f45f33-b511-4c68-b4bc-3568241a9e9b" providerId="AD" clId="Web-{A383D81E-CECA-F5D5-0016-6BA21CC80AF0}" dt="2026-02-09T10:10:12.698" v="70" actId="20577"/>
        <pc:sldMkLst>
          <pc:docMk/>
          <pc:sldMk cId="2762492578" sldId="258"/>
        </pc:sldMkLst>
        <pc:spChg chg="mod">
          <ac:chgData name="Valtteri Sippala" userId="S::c3siva00@students.oamk.fi::c1f45f33-b511-4c68-b4bc-3568241a9e9b" providerId="AD" clId="Web-{A383D81E-CECA-F5D5-0016-6BA21CC80AF0}" dt="2026-02-09T10:10:12.698" v="70" actId="20577"/>
          <ac:spMkLst>
            <pc:docMk/>
            <pc:sldMk cId="2762492578" sldId="258"/>
            <ac:spMk id="2" creationId="{EF300A4C-ABA5-938A-D869-7F809AABF7DD}"/>
          </ac:spMkLst>
        </pc:spChg>
      </pc:sldChg>
      <pc:sldChg chg="modSp new mod modShow">
        <pc:chgData name="Valtteri Sippala" userId="S::c3siva00@students.oamk.fi::c1f45f33-b511-4c68-b4bc-3568241a9e9b" providerId="AD" clId="Web-{A383D81E-CECA-F5D5-0016-6BA21CC80AF0}" dt="2026-02-09T10:49:59.363" v="824"/>
        <pc:sldMkLst>
          <pc:docMk/>
          <pc:sldMk cId="3982676770" sldId="259"/>
        </pc:sldMkLst>
        <pc:spChg chg="mod">
          <ac:chgData name="Valtteri Sippala" userId="S::c3siva00@students.oamk.fi::c1f45f33-b511-4c68-b4bc-3568241a9e9b" providerId="AD" clId="Web-{A383D81E-CECA-F5D5-0016-6BA21CC80AF0}" dt="2026-02-09T10:10:28.729" v="82" actId="20577"/>
          <ac:spMkLst>
            <pc:docMk/>
            <pc:sldMk cId="3982676770" sldId="259"/>
            <ac:spMk id="2" creationId="{D8335633-2A86-EE17-122D-EE9236BC9479}"/>
          </ac:spMkLst>
        </pc:spChg>
        <pc:spChg chg="mod">
          <ac:chgData name="Valtteri Sippala" userId="S::c3siva00@students.oamk.fi::c1f45f33-b511-4c68-b4bc-3568241a9e9b" providerId="AD" clId="Web-{A383D81E-CECA-F5D5-0016-6BA21CC80AF0}" dt="2026-02-09T10:49:27.411" v="823" actId="20577"/>
          <ac:spMkLst>
            <pc:docMk/>
            <pc:sldMk cId="3982676770" sldId="259"/>
            <ac:spMk id="3" creationId="{BF7B4431-2404-7D7D-2038-5A7F74B8386B}"/>
          </ac:spMkLst>
        </pc:spChg>
      </pc:sldChg>
      <pc:sldChg chg="addSp delSp modSp new mod setBg setClrOvrMap">
        <pc:chgData name="Valtteri Sippala" userId="S::c3siva00@students.oamk.fi::c1f45f33-b511-4c68-b4bc-3568241a9e9b" providerId="AD" clId="Web-{A383D81E-CECA-F5D5-0016-6BA21CC80AF0}" dt="2026-02-09T10:30:55.404" v="651" actId="1076"/>
        <pc:sldMkLst>
          <pc:docMk/>
          <pc:sldMk cId="2623185638" sldId="260"/>
        </pc:sldMkLst>
        <pc:spChg chg="mod ord">
          <ac:chgData name="Valtteri Sippala" userId="S::c3siva00@students.oamk.fi::c1f45f33-b511-4c68-b4bc-3568241a9e9b" providerId="AD" clId="Web-{A383D81E-CECA-F5D5-0016-6BA21CC80AF0}" dt="2026-02-09T10:30:43.279" v="649"/>
          <ac:spMkLst>
            <pc:docMk/>
            <pc:sldMk cId="2623185638" sldId="260"/>
            <ac:spMk id="2" creationId="{23BB794A-FB74-CC89-2E9F-89ED32F4FED2}"/>
          </ac:spMkLst>
        </pc:spChg>
        <pc:picChg chg="add mod">
          <ac:chgData name="Valtteri Sippala" userId="S::c3siva00@students.oamk.fi::c1f45f33-b511-4c68-b4bc-3568241a9e9b" providerId="AD" clId="Web-{A383D81E-CECA-F5D5-0016-6BA21CC80AF0}" dt="2026-02-09T10:30:55.404" v="651" actId="1076"/>
          <ac:picMkLst>
            <pc:docMk/>
            <pc:sldMk cId="2623185638" sldId="260"/>
            <ac:picMk id="5" creationId="{E2041EF2-14C4-7313-1E4D-BFF639C2889D}"/>
          </ac:picMkLst>
        </pc:picChg>
      </pc:sldChg>
      <pc:sldChg chg="modSp new">
        <pc:chgData name="Valtteri Sippala" userId="S::c3siva00@students.oamk.fi::c1f45f33-b511-4c68-b4bc-3568241a9e9b" providerId="AD" clId="Web-{A383D81E-CECA-F5D5-0016-6BA21CC80AF0}" dt="2026-02-09T10:11:17.447" v="96" actId="20577"/>
        <pc:sldMkLst>
          <pc:docMk/>
          <pc:sldMk cId="2084652520" sldId="261"/>
        </pc:sldMkLst>
      </pc:sldChg>
      <pc:sldChg chg="addSp modSp new mod setBg setClrOvrMap">
        <pc:chgData name="Valtteri Sippala" userId="S::c3siva00@students.oamk.fi::c1f45f33-b511-4c68-b4bc-3568241a9e9b" providerId="AD" clId="Web-{A383D81E-CECA-F5D5-0016-6BA21CC80AF0}" dt="2026-02-09T10:36:00.808" v="671"/>
        <pc:sldMkLst>
          <pc:docMk/>
          <pc:sldMk cId="2598080660" sldId="263"/>
        </pc:sldMkLst>
        <pc:spChg chg="mod">
          <ac:chgData name="Valtteri Sippala" userId="S::c3siva00@students.oamk.fi::c1f45f33-b511-4c68-b4bc-3568241a9e9b" providerId="AD" clId="Web-{A383D81E-CECA-F5D5-0016-6BA21CC80AF0}" dt="2026-02-09T10:36:00.808" v="671"/>
          <ac:spMkLst>
            <pc:docMk/>
            <pc:sldMk cId="2598080660" sldId="263"/>
            <ac:spMk id="2" creationId="{E08FF964-70A8-D888-0D4A-D3233F51800F}"/>
          </ac:spMkLst>
        </pc:spChg>
        <pc:spChg chg="mod">
          <ac:chgData name="Valtteri Sippala" userId="S::c3siva00@students.oamk.fi::c1f45f33-b511-4c68-b4bc-3568241a9e9b" providerId="AD" clId="Web-{A383D81E-CECA-F5D5-0016-6BA21CC80AF0}" dt="2026-02-09T10:36:00.808" v="671"/>
          <ac:spMkLst>
            <pc:docMk/>
            <pc:sldMk cId="2598080660" sldId="263"/>
            <ac:spMk id="3" creationId="{9AAF1850-0D52-1D29-2CDA-5F6B0CAD96E7}"/>
          </ac:spMkLst>
        </pc:spChg>
      </pc:sldChg>
    </pc:docChg>
  </pc:docChgLst>
  <pc:docChgLst>
    <pc:chgData name="Valtteri Sippala" userId="S::c3siva00@students.oamk.fi::c1f45f33-b511-4c68-b4bc-3568241a9e9b" providerId="AD" clId="Web-{B5611515-750B-F70F-9139-9BFE8974483F}"/>
    <pc:docChg chg="modSld">
      <pc:chgData name="Valtteri Sippala" userId="S::c3siva00@students.oamk.fi::c1f45f33-b511-4c68-b4bc-3568241a9e9b" providerId="AD" clId="Web-{B5611515-750B-F70F-9139-9BFE8974483F}" dt="2026-02-10T17:37:39.669" v="57" actId="20577"/>
      <pc:docMkLst>
        <pc:docMk/>
      </pc:docMkLst>
      <pc:sldChg chg="modSp">
        <pc:chgData name="Valtteri Sippala" userId="S::c3siva00@students.oamk.fi::c1f45f33-b511-4c68-b4bc-3568241a9e9b" providerId="AD" clId="Web-{B5611515-750B-F70F-9139-9BFE8974483F}" dt="2026-02-10T17:37:39.669" v="57" actId="20577"/>
        <pc:sldMkLst>
          <pc:docMk/>
          <pc:sldMk cId="1282710277" sldId="264"/>
        </pc:sldMkLst>
        <pc:spChg chg="mod">
          <ac:chgData name="Valtteri Sippala" userId="S::c3siva00@students.oamk.fi::c1f45f33-b511-4c68-b4bc-3568241a9e9b" providerId="AD" clId="Web-{B5611515-750B-F70F-9139-9BFE8974483F}" dt="2026-02-10T17:37:39.669" v="57" actId="20577"/>
          <ac:spMkLst>
            <pc:docMk/>
            <pc:sldMk cId="1282710277" sldId="264"/>
            <ac:spMk id="3" creationId="{7A71E4BA-5B48-54EF-4A4C-A3BD1E49E25E}"/>
          </ac:spMkLst>
        </pc:spChg>
      </pc:sldChg>
    </pc:docChg>
  </pc:docChgLst>
  <pc:docChgLst>
    <pc:chgData name="Santeri Rautio" userId="S::sanrauti24@students.oamk.fi::5a5d544b-4261-46ac-9d4b-b9f4274764f3" providerId="AD" clId="Web-{D0001358-59D3-EAA3-EAA4-29FB005ED31E}"/>
    <pc:docChg chg="modSld">
      <pc:chgData name="Santeri Rautio" userId="S::sanrauti24@students.oamk.fi::5a5d544b-4261-46ac-9d4b-b9f4274764f3" providerId="AD" clId="Web-{D0001358-59D3-EAA3-EAA4-29FB005ED31E}" dt="2026-02-09T13:47:06.662" v="176" actId="20577"/>
      <pc:docMkLst>
        <pc:docMk/>
      </pc:docMkLst>
      <pc:sldChg chg="modSp mod setBg">
        <pc:chgData name="Santeri Rautio" userId="S::sanrauti24@students.oamk.fi::5a5d544b-4261-46ac-9d4b-b9f4274764f3" providerId="AD" clId="Web-{D0001358-59D3-EAA3-EAA4-29FB005ED31E}" dt="2026-02-09T11:03:18.014" v="121" actId="20577"/>
        <pc:sldMkLst>
          <pc:docMk/>
          <pc:sldMk cId="3982676770" sldId="259"/>
        </pc:sldMkLst>
        <pc:spChg chg="mod">
          <ac:chgData name="Santeri Rautio" userId="S::sanrauti24@students.oamk.fi::5a5d544b-4261-46ac-9d4b-b9f4274764f3" providerId="AD" clId="Web-{D0001358-59D3-EAA3-EAA4-29FB005ED31E}" dt="2026-02-09T11:03:18.014" v="121" actId="20577"/>
          <ac:spMkLst>
            <pc:docMk/>
            <pc:sldMk cId="3982676770" sldId="259"/>
            <ac:spMk id="3" creationId="{BF7B4431-2404-7D7D-2038-5A7F74B8386B}"/>
          </ac:spMkLst>
        </pc:spChg>
      </pc:sldChg>
      <pc:sldChg chg="modSp">
        <pc:chgData name="Santeri Rautio" userId="S::sanrauti24@students.oamk.fi::5a5d544b-4261-46ac-9d4b-b9f4274764f3" providerId="AD" clId="Web-{D0001358-59D3-EAA3-EAA4-29FB005ED31E}" dt="2026-02-09T13:47:06.662" v="176" actId="20577"/>
        <pc:sldMkLst>
          <pc:docMk/>
          <pc:sldMk cId="1282710277" sldId="264"/>
        </pc:sldMkLst>
        <pc:spChg chg="mod">
          <ac:chgData name="Santeri Rautio" userId="S::sanrauti24@students.oamk.fi::5a5d544b-4261-46ac-9d4b-b9f4274764f3" providerId="AD" clId="Web-{D0001358-59D3-EAA3-EAA4-29FB005ED31E}" dt="2026-02-09T13:47:06.662" v="176" actId="20577"/>
          <ac:spMkLst>
            <pc:docMk/>
            <pc:sldMk cId="1282710277" sldId="264"/>
            <ac:spMk id="3" creationId="{7A71E4BA-5B48-54EF-4A4C-A3BD1E49E25E}"/>
          </ac:spMkLst>
        </pc:spChg>
      </pc:sldChg>
    </pc:docChg>
  </pc:docChgLst>
  <pc:docChgLst>
    <pc:chgData name="Vili Virnes" userId="S::vvirnes24@students.oamk.fi::acb68275-c19f-4c6c-8c5d-1645bf6c3837" providerId="AD" clId="Web-{8C2AF552-C8DF-5162-1906-B5FB553A6F39}"/>
    <pc:docChg chg="modSld">
      <pc:chgData name="Vili Virnes" userId="S::vvirnes24@students.oamk.fi::acb68275-c19f-4c6c-8c5d-1645bf6c3837" providerId="AD" clId="Web-{8C2AF552-C8DF-5162-1906-B5FB553A6F39}" dt="2026-02-09T12:50:22.936" v="25" actId="20577"/>
      <pc:docMkLst>
        <pc:docMk/>
      </pc:docMkLst>
      <pc:sldChg chg="modSp">
        <pc:chgData name="Vili Virnes" userId="S::vvirnes24@students.oamk.fi::acb68275-c19f-4c6c-8c5d-1645bf6c3837" providerId="AD" clId="Web-{8C2AF552-C8DF-5162-1906-B5FB553A6F39}" dt="2026-02-09T12:50:22.936" v="25" actId="20577"/>
        <pc:sldMkLst>
          <pc:docMk/>
          <pc:sldMk cId="1282710277" sldId="264"/>
        </pc:sldMkLst>
        <pc:spChg chg="mod">
          <ac:chgData name="Vili Virnes" userId="S::vvirnes24@students.oamk.fi::acb68275-c19f-4c6c-8c5d-1645bf6c3837" providerId="AD" clId="Web-{8C2AF552-C8DF-5162-1906-B5FB553A6F39}" dt="2026-02-09T12:50:22.936" v="25" actId="20577"/>
          <ac:spMkLst>
            <pc:docMk/>
            <pc:sldMk cId="1282710277" sldId="264"/>
            <ac:spMk id="3" creationId="{7A71E4BA-5B48-54EF-4A4C-A3BD1E49E25E}"/>
          </ac:spMkLst>
        </pc:spChg>
      </pc:sldChg>
    </pc:docChg>
  </pc:docChgLst>
  <pc:docChgLst>
    <pc:chgData name="Vili Virnes" userId="S::vvirnes24@students.oamk.fi::acb68275-c19f-4c6c-8c5d-1645bf6c3837" providerId="AD" clId="Web-{A42E7165-B08C-B9EE-DF1B-AAC448B76978}"/>
    <pc:docChg chg="modSld">
      <pc:chgData name="Vili Virnes" userId="S::vvirnes24@students.oamk.fi::acb68275-c19f-4c6c-8c5d-1645bf6c3837" providerId="AD" clId="Web-{A42E7165-B08C-B9EE-DF1B-AAC448B76978}" dt="2026-02-14T06:45:23.614" v="35" actId="1076"/>
      <pc:docMkLst>
        <pc:docMk/>
      </pc:docMkLst>
      <pc:sldChg chg="modSp">
        <pc:chgData name="Vili Virnes" userId="S::vvirnes24@students.oamk.fi::acb68275-c19f-4c6c-8c5d-1645bf6c3837" providerId="AD" clId="Web-{A42E7165-B08C-B9EE-DF1B-AAC448B76978}" dt="2026-02-14T06:39:29.333" v="9" actId="20577"/>
        <pc:sldMkLst>
          <pc:docMk/>
          <pc:sldMk cId="2463164349" sldId="257"/>
        </pc:sldMkLst>
        <pc:spChg chg="mod">
          <ac:chgData name="Vili Virnes" userId="S::vvirnes24@students.oamk.fi::acb68275-c19f-4c6c-8c5d-1645bf6c3837" providerId="AD" clId="Web-{A42E7165-B08C-B9EE-DF1B-AAC448B76978}" dt="2026-02-14T06:39:29.333" v="9" actId="20577"/>
          <ac:spMkLst>
            <pc:docMk/>
            <pc:sldMk cId="2463164349" sldId="257"/>
            <ac:spMk id="2" creationId="{762B42CC-6C02-9DB4-4A93-045BF9E893E4}"/>
          </ac:spMkLst>
        </pc:spChg>
      </pc:sldChg>
      <pc:sldChg chg="modSp">
        <pc:chgData name="Vili Virnes" userId="S::vvirnes24@students.oamk.fi::acb68275-c19f-4c6c-8c5d-1645bf6c3837" providerId="AD" clId="Web-{A42E7165-B08C-B9EE-DF1B-AAC448B76978}" dt="2026-02-14T06:39:45.551" v="12" actId="20577"/>
        <pc:sldMkLst>
          <pc:docMk/>
          <pc:sldMk cId="2762492578" sldId="258"/>
        </pc:sldMkLst>
        <pc:spChg chg="mod">
          <ac:chgData name="Vili Virnes" userId="S::vvirnes24@students.oamk.fi::acb68275-c19f-4c6c-8c5d-1645bf6c3837" providerId="AD" clId="Web-{A42E7165-B08C-B9EE-DF1B-AAC448B76978}" dt="2026-02-14T06:39:45.551" v="12" actId="20577"/>
          <ac:spMkLst>
            <pc:docMk/>
            <pc:sldMk cId="2762492578" sldId="258"/>
            <ac:spMk id="65" creationId="{50383078-7F14-9B3E-60E5-C8CE6AB2C1B2}"/>
          </ac:spMkLst>
        </pc:spChg>
      </pc:sldChg>
      <pc:sldChg chg="addSp delSp modSp">
        <pc:chgData name="Vili Virnes" userId="S::vvirnes24@students.oamk.fi::acb68275-c19f-4c6c-8c5d-1645bf6c3837" providerId="AD" clId="Web-{A42E7165-B08C-B9EE-DF1B-AAC448B76978}" dt="2026-02-14T06:45:23.614" v="35" actId="1076"/>
        <pc:sldMkLst>
          <pc:docMk/>
          <pc:sldMk cId="2623185638" sldId="260"/>
        </pc:sldMkLst>
        <pc:spChg chg="add del">
          <ac:chgData name="Vili Virnes" userId="S::vvirnes24@students.oamk.fi::acb68275-c19f-4c6c-8c5d-1645bf6c3837" providerId="AD" clId="Web-{A42E7165-B08C-B9EE-DF1B-AAC448B76978}" dt="2026-02-14T06:43:56.598" v="25"/>
          <ac:spMkLst>
            <pc:docMk/>
            <pc:sldMk cId="2623185638" sldId="260"/>
            <ac:spMk id="3" creationId="{A89E8778-6E75-D9E2-F174-2B3376947CBF}"/>
          </ac:spMkLst>
        </pc:spChg>
        <pc:picChg chg="add del mod ord">
          <ac:chgData name="Vili Virnes" userId="S::vvirnes24@students.oamk.fi::acb68275-c19f-4c6c-8c5d-1645bf6c3837" providerId="AD" clId="Web-{A42E7165-B08C-B9EE-DF1B-AAC448B76978}" dt="2026-02-14T06:43:28.302" v="21"/>
          <ac:picMkLst>
            <pc:docMk/>
            <pc:sldMk cId="2623185638" sldId="260"/>
            <ac:picMk id="4" creationId="{551D1427-2904-8C31-9AAF-77EA7A5E0E51}"/>
          </ac:picMkLst>
        </pc:picChg>
        <pc:picChg chg="mod">
          <ac:chgData name="Vili Virnes" userId="S::vvirnes24@students.oamk.fi::acb68275-c19f-4c6c-8c5d-1645bf6c3837" providerId="AD" clId="Web-{A42E7165-B08C-B9EE-DF1B-AAC448B76978}" dt="2026-02-14T06:45:20.708" v="34" actId="1076"/>
          <ac:picMkLst>
            <pc:docMk/>
            <pc:sldMk cId="2623185638" sldId="260"/>
            <ac:picMk id="5" creationId="{E2041EF2-14C4-7313-1E4D-BFF639C2889D}"/>
          </ac:picMkLst>
        </pc:picChg>
        <pc:picChg chg="add mod ord">
          <ac:chgData name="Vili Virnes" userId="S::vvirnes24@students.oamk.fi::acb68275-c19f-4c6c-8c5d-1645bf6c3837" providerId="AD" clId="Web-{A42E7165-B08C-B9EE-DF1B-AAC448B76978}" dt="2026-02-14T06:45:23.614" v="35" actId="1076"/>
          <ac:picMkLst>
            <pc:docMk/>
            <pc:sldMk cId="2623185638" sldId="260"/>
            <ac:picMk id="6" creationId="{91D7E5F1-F76B-190E-6F8A-C5E98AD946E9}"/>
          </ac:picMkLst>
        </pc:picChg>
      </pc:sldChg>
      <pc:sldChg chg="modSp">
        <pc:chgData name="Vili Virnes" userId="S::vvirnes24@students.oamk.fi::acb68275-c19f-4c6c-8c5d-1645bf6c3837" providerId="AD" clId="Web-{A42E7165-B08C-B9EE-DF1B-AAC448B76978}" dt="2026-02-14T06:45:00.973" v="32" actId="20577"/>
        <pc:sldMkLst>
          <pc:docMk/>
          <pc:sldMk cId="2598080660" sldId="263"/>
        </pc:sldMkLst>
        <pc:spChg chg="mod">
          <ac:chgData name="Vili Virnes" userId="S::vvirnes24@students.oamk.fi::acb68275-c19f-4c6c-8c5d-1645bf6c3837" providerId="AD" clId="Web-{A42E7165-B08C-B9EE-DF1B-AAC448B76978}" dt="2026-02-14T06:45:00.973" v="32" actId="20577"/>
          <ac:spMkLst>
            <pc:docMk/>
            <pc:sldMk cId="2598080660" sldId="263"/>
            <ac:spMk id="3" creationId="{9AAF1850-0D52-1D29-2CDA-5F6B0CAD96E7}"/>
          </ac:spMkLst>
        </pc:spChg>
      </pc:sldChg>
      <pc:sldChg chg="delSp modSp">
        <pc:chgData name="Vili Virnes" userId="S::vvirnes24@students.oamk.fi::acb68275-c19f-4c6c-8c5d-1645bf6c3837" providerId="AD" clId="Web-{A42E7165-B08C-B9EE-DF1B-AAC448B76978}" dt="2026-02-14T06:43:40.567" v="24" actId="20577"/>
        <pc:sldMkLst>
          <pc:docMk/>
          <pc:sldMk cId="1282710277" sldId="264"/>
        </pc:sldMkLst>
        <pc:spChg chg="del mod">
          <ac:chgData name="Vili Virnes" userId="S::vvirnes24@students.oamk.fi::acb68275-c19f-4c6c-8c5d-1645bf6c3837" providerId="AD" clId="Web-{A42E7165-B08C-B9EE-DF1B-AAC448B76978}" dt="2026-02-14T06:31:00.970" v="5"/>
          <ac:spMkLst>
            <pc:docMk/>
            <pc:sldMk cId="1282710277" sldId="264"/>
            <ac:spMk id="2" creationId="{95FECA01-EE38-87DC-FDC4-1C31C589899B}"/>
          </ac:spMkLst>
        </pc:spChg>
        <pc:spChg chg="mod">
          <ac:chgData name="Vili Virnes" userId="S::vvirnes24@students.oamk.fi::acb68275-c19f-4c6c-8c5d-1645bf6c3837" providerId="AD" clId="Web-{A42E7165-B08C-B9EE-DF1B-AAC448B76978}" dt="2026-02-14T06:43:40.567" v="24" actId="20577"/>
          <ac:spMkLst>
            <pc:docMk/>
            <pc:sldMk cId="1282710277" sldId="264"/>
            <ac:spMk id="3" creationId="{7A71E4BA-5B48-54EF-4A4C-A3BD1E49E25E}"/>
          </ac:spMkLst>
        </pc:spChg>
      </pc:sldChg>
    </pc:docChg>
  </pc:docChgLst>
  <pc:docChgLst>
    <pc:chgData name="Valtteri Sippala" userId="S::c3siva00@students.oamk.fi::c1f45f33-b511-4c68-b4bc-3568241a9e9b" providerId="AD" clId="Web-{F5A65D46-AF5C-A01C-6D15-D76A3B201398}"/>
    <pc:docChg chg="modSld">
      <pc:chgData name="Valtteri Sippala" userId="S::c3siva00@students.oamk.fi::c1f45f33-b511-4c68-b4bc-3568241a9e9b" providerId="AD" clId="Web-{F5A65D46-AF5C-A01C-6D15-D76A3B201398}" dt="2026-02-09T10:55:17.678" v="191" actId="20577"/>
      <pc:docMkLst>
        <pc:docMk/>
      </pc:docMkLst>
      <pc:sldChg chg="modSp">
        <pc:chgData name="Valtteri Sippala" userId="S::c3siva00@students.oamk.fi::c1f45f33-b511-4c68-b4bc-3568241a9e9b" providerId="AD" clId="Web-{F5A65D46-AF5C-A01C-6D15-D76A3B201398}" dt="2026-02-09T10:55:17.678" v="191" actId="20577"/>
        <pc:sldMkLst>
          <pc:docMk/>
          <pc:sldMk cId="3982676770" sldId="259"/>
        </pc:sldMkLst>
        <pc:spChg chg="mod">
          <ac:chgData name="Valtteri Sippala" userId="S::c3siva00@students.oamk.fi::c1f45f33-b511-4c68-b4bc-3568241a9e9b" providerId="AD" clId="Web-{F5A65D46-AF5C-A01C-6D15-D76A3B201398}" dt="2026-02-09T10:55:17.678" v="191" actId="20577"/>
          <ac:spMkLst>
            <pc:docMk/>
            <pc:sldMk cId="3982676770" sldId="259"/>
            <ac:spMk id="3" creationId="{BF7B4431-2404-7D7D-2038-5A7F74B8386B}"/>
          </ac:spMkLst>
        </pc:spChg>
      </pc:sldChg>
    </pc:docChg>
  </pc:docChgLst>
  <pc:docChgLst>
    <pc:chgData name="Vili Virnes" userId="S::vvirnes24@students.oamk.fi::acb68275-c19f-4c6c-8c5d-1645bf6c3837" providerId="AD" clId="Web-{447E2586-B542-1A30-06DE-605D211F04FA}"/>
    <pc:docChg chg="modSld">
      <pc:chgData name="Vili Virnes" userId="S::vvirnes24@students.oamk.fi::acb68275-c19f-4c6c-8c5d-1645bf6c3837" providerId="AD" clId="Web-{447E2586-B542-1A30-06DE-605D211F04FA}" dt="2026-02-14T07:44:57.991" v="3" actId="14100"/>
      <pc:docMkLst>
        <pc:docMk/>
      </pc:docMkLst>
      <pc:sldChg chg="modSp">
        <pc:chgData name="Vili Virnes" userId="S::vvirnes24@students.oamk.fi::acb68275-c19f-4c6c-8c5d-1645bf6c3837" providerId="AD" clId="Web-{447E2586-B542-1A30-06DE-605D211F04FA}" dt="2026-02-14T07:25:28.548" v="1" actId="1076"/>
        <pc:sldMkLst>
          <pc:docMk/>
          <pc:sldMk cId="2463164349" sldId="257"/>
        </pc:sldMkLst>
        <pc:picChg chg="mod">
          <ac:chgData name="Vili Virnes" userId="S::vvirnes24@students.oamk.fi::acb68275-c19f-4c6c-8c5d-1645bf6c3837" providerId="AD" clId="Web-{447E2586-B542-1A30-06DE-605D211F04FA}" dt="2026-02-14T07:25:28.548" v="1" actId="1076"/>
          <ac:picMkLst>
            <pc:docMk/>
            <pc:sldMk cId="2463164349" sldId="257"/>
            <ac:picMk id="59" creationId="{AD44D8D0-0A63-7325-95DA-C81D0B5A0697}"/>
          </ac:picMkLst>
        </pc:picChg>
      </pc:sldChg>
      <pc:sldChg chg="modSp">
        <pc:chgData name="Vili Virnes" userId="S::vvirnes24@students.oamk.fi::acb68275-c19f-4c6c-8c5d-1645bf6c3837" providerId="AD" clId="Web-{447E2586-B542-1A30-06DE-605D211F04FA}" dt="2026-02-14T07:44:57.991" v="3" actId="14100"/>
        <pc:sldMkLst>
          <pc:docMk/>
          <pc:sldMk cId="2762492578" sldId="258"/>
        </pc:sldMkLst>
        <pc:spChg chg="mod">
          <ac:chgData name="Vili Virnes" userId="S::vvirnes24@students.oamk.fi::acb68275-c19f-4c6c-8c5d-1645bf6c3837" providerId="AD" clId="Web-{447E2586-B542-1A30-06DE-605D211F04FA}" dt="2026-02-14T07:41:45.537" v="2" actId="14100"/>
          <ac:spMkLst>
            <pc:docMk/>
            <pc:sldMk cId="2762492578" sldId="258"/>
            <ac:spMk id="2" creationId="{EF300A4C-ABA5-938A-D869-7F809AABF7DD}"/>
          </ac:spMkLst>
        </pc:spChg>
        <pc:spChg chg="mod">
          <ac:chgData name="Vili Virnes" userId="S::vvirnes24@students.oamk.fi::acb68275-c19f-4c6c-8c5d-1645bf6c3837" providerId="AD" clId="Web-{447E2586-B542-1A30-06DE-605D211F04FA}" dt="2026-02-14T07:44:57.991" v="3" actId="14100"/>
          <ac:spMkLst>
            <pc:docMk/>
            <pc:sldMk cId="2762492578" sldId="258"/>
            <ac:spMk id="65" creationId="{50383078-7F14-9B3E-60E5-C8CE6AB2C1B2}"/>
          </ac:spMkLst>
        </pc:spChg>
      </pc:sldChg>
    </pc:docChg>
  </pc:docChgLst>
  <pc:docChgLst>
    <pc:chgData name="Vili Virnes" userId="S::vvirnes24@students.oamk.fi::acb68275-c19f-4c6c-8c5d-1645bf6c3837" providerId="AD" clId="Web-{4326ECC8-D074-EB31-F3A7-69102CAD673F}"/>
    <pc:docChg chg="mod addSld modSld addMainMaster delMainMaster">
      <pc:chgData name="Vili Virnes" userId="S::vvirnes24@students.oamk.fi::acb68275-c19f-4c6c-8c5d-1645bf6c3837" providerId="AD" clId="Web-{4326ECC8-D074-EB31-F3A7-69102CAD673F}" dt="2026-02-09T12:28:25.053" v="2182" actId="20577"/>
      <pc:docMkLst>
        <pc:docMk/>
      </pc:docMkLst>
      <pc:sldChg chg="delSp modSp mod modClrScheme delDesignElem chgLayout">
        <pc:chgData name="Vili Virnes" userId="S::vvirnes24@students.oamk.fi::acb68275-c19f-4c6c-8c5d-1645bf6c3837" providerId="AD" clId="Web-{4326ECC8-D074-EB31-F3A7-69102CAD673F}" dt="2026-02-09T11:21:31.463" v="1269"/>
        <pc:sldMkLst>
          <pc:docMk/>
          <pc:sldMk cId="782385677" sldId="256"/>
        </pc:sldMkLst>
        <pc:spChg chg="mod ord">
          <ac:chgData name="Vili Virnes" userId="S::vvirnes24@students.oamk.fi::acb68275-c19f-4c6c-8c5d-1645bf6c3837" providerId="AD" clId="Web-{4326ECC8-D074-EB31-F3A7-69102CAD673F}" dt="2026-02-09T11:21:31.463" v="1269"/>
          <ac:spMkLst>
            <pc:docMk/>
            <pc:sldMk cId="782385677" sldId="256"/>
            <ac:spMk id="2" creationId="{00000000-0000-0000-0000-000000000000}"/>
          </ac:spMkLst>
        </pc:spChg>
        <pc:spChg chg="mod ord">
          <ac:chgData name="Vili Virnes" userId="S::vvirnes24@students.oamk.fi::acb68275-c19f-4c6c-8c5d-1645bf6c3837" providerId="AD" clId="Web-{4326ECC8-D074-EB31-F3A7-69102CAD673F}" dt="2026-02-09T11:21:31.463" v="1269"/>
          <ac:spMkLst>
            <pc:docMk/>
            <pc:sldMk cId="782385677" sldId="256"/>
            <ac:spMk id="3" creationId="{00000000-0000-0000-0000-000000000000}"/>
          </ac:spMkLst>
        </pc:spChg>
      </pc:sldChg>
      <pc:sldChg chg="delSp modSp mod modClrScheme delDesignElem chgLayout">
        <pc:chgData name="Vili Virnes" userId="S::vvirnes24@students.oamk.fi::acb68275-c19f-4c6c-8c5d-1645bf6c3837" providerId="AD" clId="Web-{4326ECC8-D074-EB31-F3A7-69102CAD673F}" dt="2026-02-09T11:21:31.463" v="1269"/>
        <pc:sldMkLst>
          <pc:docMk/>
          <pc:sldMk cId="2463164349" sldId="257"/>
        </pc:sldMkLst>
        <pc:spChg chg="mod ord">
          <ac:chgData name="Vili Virnes" userId="S::vvirnes24@students.oamk.fi::acb68275-c19f-4c6c-8c5d-1645bf6c3837" providerId="AD" clId="Web-{4326ECC8-D074-EB31-F3A7-69102CAD673F}" dt="2026-02-09T11:21:31.463" v="1269"/>
          <ac:spMkLst>
            <pc:docMk/>
            <pc:sldMk cId="2463164349" sldId="257"/>
            <ac:spMk id="2" creationId="{762B42CC-6C02-9DB4-4A93-045BF9E893E4}"/>
          </ac:spMkLst>
        </pc:spChg>
      </pc:sldChg>
      <pc:sldChg chg="addSp delSp modSp new mod setBg modClrScheme setClrOvrMap chgLayout">
        <pc:chgData name="Vili Virnes" userId="S::vvirnes24@students.oamk.fi::acb68275-c19f-4c6c-8c5d-1645bf6c3837" providerId="AD" clId="Web-{4326ECC8-D074-EB31-F3A7-69102CAD673F}" dt="2026-02-09T11:47:11.917" v="1444" actId="20577"/>
        <pc:sldMkLst>
          <pc:docMk/>
          <pc:sldMk cId="2762492578" sldId="258"/>
        </pc:sldMkLst>
        <pc:spChg chg="mod ord">
          <ac:chgData name="Vili Virnes" userId="S::vvirnes24@students.oamk.fi::acb68275-c19f-4c6c-8c5d-1645bf6c3837" providerId="AD" clId="Web-{4326ECC8-D074-EB31-F3A7-69102CAD673F}" dt="2026-02-09T11:34:18.130" v="1441"/>
          <ac:spMkLst>
            <pc:docMk/>
            <pc:sldMk cId="2762492578" sldId="258"/>
            <ac:spMk id="2" creationId="{EF300A4C-ABA5-938A-D869-7F809AABF7DD}"/>
          </ac:spMkLst>
        </pc:spChg>
        <pc:spChg chg="add mod">
          <ac:chgData name="Vili Virnes" userId="S::vvirnes24@students.oamk.fi::acb68275-c19f-4c6c-8c5d-1645bf6c3837" providerId="AD" clId="Web-{4326ECC8-D074-EB31-F3A7-69102CAD673F}" dt="2026-02-09T11:47:11.917" v="1444" actId="20577"/>
          <ac:spMkLst>
            <pc:docMk/>
            <pc:sldMk cId="2762492578" sldId="258"/>
            <ac:spMk id="65" creationId="{50383078-7F14-9B3E-60E5-C8CE6AB2C1B2}"/>
          </ac:spMkLst>
        </pc:spChg>
        <pc:picChg chg="add">
          <ac:chgData name="Vili Virnes" userId="S::vvirnes24@students.oamk.fi::acb68275-c19f-4c6c-8c5d-1645bf6c3837" providerId="AD" clId="Web-{4326ECC8-D074-EB31-F3A7-69102CAD673F}" dt="2026-02-09T11:34:18.130" v="1441"/>
          <ac:picMkLst>
            <pc:docMk/>
            <pc:sldMk cId="2762492578" sldId="258"/>
            <ac:picMk id="68" creationId="{E2CD042E-FA04-7040-DC21-92BBB67187CC}"/>
          </ac:picMkLst>
        </pc:picChg>
      </pc:sldChg>
      <pc:sldChg chg="modSp mod modClrScheme chgLayout">
        <pc:chgData name="Vili Virnes" userId="S::vvirnes24@students.oamk.fi::acb68275-c19f-4c6c-8c5d-1645bf6c3837" providerId="AD" clId="Web-{4326ECC8-D074-EB31-F3A7-69102CAD673F}" dt="2026-02-09T11:29:41.915" v="1413" actId="20577"/>
        <pc:sldMkLst>
          <pc:docMk/>
          <pc:sldMk cId="3982676770" sldId="259"/>
        </pc:sldMkLst>
        <pc:spChg chg="mod ord">
          <ac:chgData name="Vili Virnes" userId="S::vvirnes24@students.oamk.fi::acb68275-c19f-4c6c-8c5d-1645bf6c3837" providerId="AD" clId="Web-{4326ECC8-D074-EB31-F3A7-69102CAD673F}" dt="2026-02-09T11:21:31.463" v="1269"/>
          <ac:spMkLst>
            <pc:docMk/>
            <pc:sldMk cId="3982676770" sldId="259"/>
            <ac:spMk id="2" creationId="{D8335633-2A86-EE17-122D-EE9236BC9479}"/>
          </ac:spMkLst>
        </pc:spChg>
        <pc:spChg chg="mod ord">
          <ac:chgData name="Vili Virnes" userId="S::vvirnes24@students.oamk.fi::acb68275-c19f-4c6c-8c5d-1645bf6c3837" providerId="AD" clId="Web-{4326ECC8-D074-EB31-F3A7-69102CAD673F}" dt="2026-02-09T11:29:41.915" v="1413" actId="20577"/>
          <ac:spMkLst>
            <pc:docMk/>
            <pc:sldMk cId="3982676770" sldId="259"/>
            <ac:spMk id="3" creationId="{BF7B4431-2404-7D7D-2038-5A7F74B8386B}"/>
          </ac:spMkLst>
        </pc:spChg>
      </pc:sldChg>
      <pc:sldChg chg="delSp modSp mod modClrScheme delDesignElem chgLayout">
        <pc:chgData name="Vili Virnes" userId="S::vvirnes24@students.oamk.fi::acb68275-c19f-4c6c-8c5d-1645bf6c3837" providerId="AD" clId="Web-{4326ECC8-D074-EB31-F3A7-69102CAD673F}" dt="2026-02-09T11:21:31.463" v="1269"/>
        <pc:sldMkLst>
          <pc:docMk/>
          <pc:sldMk cId="2623185638" sldId="260"/>
        </pc:sldMkLst>
        <pc:spChg chg="mod ord">
          <ac:chgData name="Vili Virnes" userId="S::vvirnes24@students.oamk.fi::acb68275-c19f-4c6c-8c5d-1645bf6c3837" providerId="AD" clId="Web-{4326ECC8-D074-EB31-F3A7-69102CAD673F}" dt="2026-02-09T11:21:31.463" v="1269"/>
          <ac:spMkLst>
            <pc:docMk/>
            <pc:sldMk cId="2623185638" sldId="260"/>
            <ac:spMk id="2" creationId="{23BB794A-FB74-CC89-2E9F-89ED32F4FED2}"/>
          </ac:spMkLst>
        </pc:spChg>
      </pc:sldChg>
      <pc:sldChg chg="modSp mod modClrScheme chgLayout">
        <pc:chgData name="Vili Virnes" userId="S::vvirnes24@students.oamk.fi::acb68275-c19f-4c6c-8c5d-1645bf6c3837" providerId="AD" clId="Web-{4326ECC8-D074-EB31-F3A7-69102CAD673F}" dt="2026-02-09T11:21:31.463" v="1269"/>
        <pc:sldMkLst>
          <pc:docMk/>
          <pc:sldMk cId="2084652520" sldId="261"/>
        </pc:sldMkLst>
      </pc:sldChg>
      <pc:sldChg chg="delSp modSp mod modClrScheme delDesignElem chgLayout">
        <pc:chgData name="Vili Virnes" userId="S::vvirnes24@students.oamk.fi::acb68275-c19f-4c6c-8c5d-1645bf6c3837" providerId="AD" clId="Web-{4326ECC8-D074-EB31-F3A7-69102CAD673F}" dt="2026-02-09T11:21:31.463" v="1269"/>
        <pc:sldMkLst>
          <pc:docMk/>
          <pc:sldMk cId="2598080660" sldId="263"/>
        </pc:sldMkLst>
        <pc:spChg chg="mod ord">
          <ac:chgData name="Vili Virnes" userId="S::vvirnes24@students.oamk.fi::acb68275-c19f-4c6c-8c5d-1645bf6c3837" providerId="AD" clId="Web-{4326ECC8-D074-EB31-F3A7-69102CAD673F}" dt="2026-02-09T11:21:31.463" v="1269"/>
          <ac:spMkLst>
            <pc:docMk/>
            <pc:sldMk cId="2598080660" sldId="263"/>
            <ac:spMk id="2" creationId="{E08FF964-70A8-D888-0D4A-D3233F51800F}"/>
          </ac:spMkLst>
        </pc:spChg>
        <pc:spChg chg="mod ord">
          <ac:chgData name="Vili Virnes" userId="S::vvirnes24@students.oamk.fi::acb68275-c19f-4c6c-8c5d-1645bf6c3837" providerId="AD" clId="Web-{4326ECC8-D074-EB31-F3A7-69102CAD673F}" dt="2026-02-09T11:21:31.463" v="1269"/>
          <ac:spMkLst>
            <pc:docMk/>
            <pc:sldMk cId="2598080660" sldId="263"/>
            <ac:spMk id="3" creationId="{9AAF1850-0D52-1D29-2CDA-5F6B0CAD96E7}"/>
          </ac:spMkLst>
        </pc:spChg>
      </pc:sldChg>
      <pc:sldChg chg="modSp new">
        <pc:chgData name="Vili Virnes" userId="S::vvirnes24@students.oamk.fi::acb68275-c19f-4c6c-8c5d-1645bf6c3837" providerId="AD" clId="Web-{4326ECC8-D074-EB31-F3A7-69102CAD673F}" dt="2026-02-09T12:28:25.053" v="2182" actId="20577"/>
        <pc:sldMkLst>
          <pc:docMk/>
          <pc:sldMk cId="1282710277" sldId="264"/>
        </pc:sldMkLst>
        <pc:spChg chg="mod">
          <ac:chgData name="Vili Virnes" userId="S::vvirnes24@students.oamk.fi::acb68275-c19f-4c6c-8c5d-1645bf6c3837" providerId="AD" clId="Web-{4326ECC8-D074-EB31-F3A7-69102CAD673F}" dt="2026-02-09T12:28:25.053" v="2182" actId="20577"/>
          <ac:spMkLst>
            <pc:docMk/>
            <pc:sldMk cId="1282710277" sldId="264"/>
            <ac:spMk id="3" creationId="{7A71E4BA-5B48-54EF-4A4C-A3BD1E49E25E}"/>
          </ac:spMkLst>
        </pc:spChg>
      </pc:sldChg>
      <pc:sldMasterChg chg="add del addSldLayout delSldLayout modSldLayout">
        <pc:chgData name="Vili Virnes" userId="S::vvirnes24@students.oamk.fi::acb68275-c19f-4c6c-8c5d-1645bf6c3837" providerId="AD" clId="Web-{4326ECC8-D074-EB31-F3A7-69102CAD673F}" dt="2026-02-09T11:21:31.463" v="1269"/>
        <pc:sldMasterMkLst>
          <pc:docMk/>
          <pc:sldMasterMk cId="2997404873" sldId="2147483735"/>
        </pc:sldMasterMkLst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2443669513" sldId="2147483736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709831995" sldId="2147483737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1909559788" sldId="2147483738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1959614268" sldId="2147483739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4175457886" sldId="2147483740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4012528809" sldId="2147483741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824268032" sldId="2147483742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2416870750" sldId="2147483743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479105437" sldId="2147483744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2228785472" sldId="2147483745"/>
          </pc:sldLayoutMkLst>
        </pc:sldLayoutChg>
        <pc:sldLayoutChg chg="add del mod replId">
          <pc:chgData name="Vili Virnes" userId="S::vvirnes24@students.oamk.fi::acb68275-c19f-4c6c-8c5d-1645bf6c3837" providerId="AD" clId="Web-{4326ECC8-D074-EB31-F3A7-69102CAD673F}" dt="2026-02-09T11:21:31.463" v="1269"/>
          <pc:sldLayoutMkLst>
            <pc:docMk/>
            <pc:sldMasterMk cId="2997404873" sldId="2147483735"/>
            <pc:sldLayoutMk cId="3707317114" sldId="2147483746"/>
          </pc:sldLayoutMkLst>
        </pc:sldLayoutChg>
      </pc:sldMasterChg>
    </pc:docChg>
  </pc:docChgLst>
  <pc:docChgLst>
    <pc:chgData name="Vili Virnes" userId="S::vvirnes24@students.oamk.fi::acb68275-c19f-4c6c-8c5d-1645bf6c3837" providerId="AD" clId="Web-{D7D28FB0-FDFF-80E3-18FD-D570BA6D7146}"/>
    <pc:docChg chg="modSld">
      <pc:chgData name="Vili Virnes" userId="S::vvirnes24@students.oamk.fi::acb68275-c19f-4c6c-8c5d-1645bf6c3837" providerId="AD" clId="Web-{D7D28FB0-FDFF-80E3-18FD-D570BA6D7146}" dt="2026-02-09T15:38:02.876" v="2" actId="20577"/>
      <pc:docMkLst>
        <pc:docMk/>
      </pc:docMkLst>
    </pc:docChg>
  </pc:docChgLst>
  <pc:docChgLst>
    <pc:chgData name="Vili Virnes" userId="S::vvirnes24@students.oamk.fi::acb68275-c19f-4c6c-8c5d-1645bf6c3837" providerId="AD" clId="Web-{12C4F5AC-6C79-638B-524D-B8A832059E51}"/>
    <pc:docChg chg="addSld delSld modSld">
      <pc:chgData name="Vili Virnes" userId="S::vvirnes24@students.oamk.fi::acb68275-c19f-4c6c-8c5d-1645bf6c3837" providerId="AD" clId="Web-{12C4F5AC-6C79-638B-524D-B8A832059E51}" dt="2026-02-13T12:46:21.041" v="9" actId="14100"/>
      <pc:docMkLst>
        <pc:docMk/>
      </pc:docMkLst>
      <pc:sldChg chg="addSp delSp modSp">
        <pc:chgData name="Vili Virnes" userId="S::vvirnes24@students.oamk.fi::acb68275-c19f-4c6c-8c5d-1645bf6c3837" providerId="AD" clId="Web-{12C4F5AC-6C79-638B-524D-B8A832059E51}" dt="2026-02-13T12:46:21.041" v="9" actId="14100"/>
        <pc:sldMkLst>
          <pc:docMk/>
          <pc:sldMk cId="2084652520" sldId="261"/>
        </pc:sldMkLst>
        <pc:spChg chg="del mod">
          <ac:chgData name="Vili Virnes" userId="S::vvirnes24@students.oamk.fi::acb68275-c19f-4c6c-8c5d-1645bf6c3837" providerId="AD" clId="Web-{12C4F5AC-6C79-638B-524D-B8A832059E51}" dt="2026-02-13T12:46:12.353" v="6"/>
          <ac:spMkLst>
            <pc:docMk/>
            <pc:sldMk cId="2084652520" sldId="261"/>
            <ac:spMk id="2" creationId="{0B253E61-DFC4-0F64-2924-A19C27EBAA77}"/>
          </ac:spMkLst>
        </pc:spChg>
        <pc:spChg chg="del">
          <ac:chgData name="Vili Virnes" userId="S::vvirnes24@students.oamk.fi::acb68275-c19f-4c6c-8c5d-1645bf6c3837" providerId="AD" clId="Web-{12C4F5AC-6C79-638B-524D-B8A832059E51}" dt="2026-02-13T12:45:59.509" v="4"/>
          <ac:spMkLst>
            <pc:docMk/>
            <pc:sldMk cId="2084652520" sldId="261"/>
            <ac:spMk id="3" creationId="{AC5CE3F8-228A-3E77-411A-DD1E3FA86B34}"/>
          </ac:spMkLst>
        </pc:spChg>
        <pc:picChg chg="add mod ord">
          <ac:chgData name="Vili Virnes" userId="S::vvirnes24@students.oamk.fi::acb68275-c19f-4c6c-8c5d-1645bf6c3837" providerId="AD" clId="Web-{12C4F5AC-6C79-638B-524D-B8A832059E51}" dt="2026-02-13T12:46:21.041" v="9" actId="14100"/>
          <ac:picMkLst>
            <pc:docMk/>
            <pc:sldMk cId="2084652520" sldId="261"/>
            <ac:picMk id="4" creationId="{A53C9FD4-B1BE-30E2-BFA0-A9632AA11EC8}"/>
          </ac:picMkLst>
        </pc:picChg>
      </pc:sldChg>
      <pc:sldChg chg="add del">
        <pc:chgData name="Vili Virnes" userId="S::vvirnes24@students.oamk.fi::acb68275-c19f-4c6c-8c5d-1645bf6c3837" providerId="AD" clId="Web-{12C4F5AC-6C79-638B-524D-B8A832059E51}" dt="2026-02-13T12:45:43.353" v="3"/>
        <pc:sldMkLst>
          <pc:docMk/>
          <pc:sldMk cId="0" sldId="265"/>
        </pc:sldMkLst>
      </pc:sldChg>
      <pc:sldChg chg="add del">
        <pc:chgData name="Vili Virnes" userId="S::vvirnes24@students.oamk.fi::acb68275-c19f-4c6c-8c5d-1645bf6c3837" providerId="AD" clId="Web-{12C4F5AC-6C79-638B-524D-B8A832059E51}" dt="2026-02-13T12:45:40.697" v="2"/>
        <pc:sldMkLst>
          <pc:docMk/>
          <pc:sldMk cId="1673969790" sldId="266"/>
        </pc:sldMkLst>
      </pc:sldChg>
      <pc:sldMasterChg chg="addSldLayout delSldLayout">
        <pc:chgData name="Vili Virnes" userId="S::vvirnes24@students.oamk.fi::acb68275-c19f-4c6c-8c5d-1645bf6c3837" providerId="AD" clId="Web-{12C4F5AC-6C79-638B-524D-B8A832059E51}" dt="2026-02-13T12:45:43.353" v="3"/>
        <pc:sldMasterMkLst>
          <pc:docMk/>
          <pc:sldMasterMk cId="2997404873" sldId="2147483735"/>
        </pc:sldMasterMkLst>
        <pc:sldLayoutChg chg="add del">
          <pc:chgData name="Vili Virnes" userId="S::vvirnes24@students.oamk.fi::acb68275-c19f-4c6c-8c5d-1645bf6c3837" providerId="AD" clId="Web-{12C4F5AC-6C79-638B-524D-B8A832059E51}" dt="2026-02-13T12:45:43.353" v="3"/>
          <pc:sldLayoutMkLst>
            <pc:docMk/>
            <pc:sldMasterMk cId="2997404873" sldId="2147483735"/>
            <pc:sldLayoutMk cId="1804342919" sldId="2147483747"/>
          </pc:sldLayoutMkLst>
        </pc:sldLayoutChg>
      </pc:sldMasterChg>
    </pc:docChg>
  </pc:docChgLst>
  <pc:docChgLst>
    <pc:chgData name="Valtteri Sippala" userId="S::c3siva00@students.oamk.fi::c1f45f33-b511-4c68-b4bc-3568241a9e9b" providerId="AD" clId="Web-{C68DFDFF-2AEC-57AC-69F1-4719ADC1FFB0}"/>
    <pc:docChg chg="addSld delSld modSld">
      <pc:chgData name="Valtteri Sippala" userId="S::c3siva00@students.oamk.fi::c1f45f33-b511-4c68-b4bc-3568241a9e9b" providerId="AD" clId="Web-{C68DFDFF-2AEC-57AC-69F1-4719ADC1FFB0}" dt="2026-02-14T06:49:16.143" v="263" actId="14100"/>
      <pc:docMkLst>
        <pc:docMk/>
      </pc:docMkLst>
      <pc:sldChg chg="modSp">
        <pc:chgData name="Valtteri Sippala" userId="S::c3siva00@students.oamk.fi::c1f45f33-b511-4c68-b4bc-3568241a9e9b" providerId="AD" clId="Web-{C68DFDFF-2AEC-57AC-69F1-4719ADC1FFB0}" dt="2026-02-14T06:16:28.866" v="8" actId="20577"/>
        <pc:sldMkLst>
          <pc:docMk/>
          <pc:sldMk cId="782385677" sldId="256"/>
        </pc:sldMkLst>
        <pc:spChg chg="mod">
          <ac:chgData name="Valtteri Sippala" userId="S::c3siva00@students.oamk.fi::c1f45f33-b511-4c68-b4bc-3568241a9e9b" providerId="AD" clId="Web-{C68DFDFF-2AEC-57AC-69F1-4719ADC1FFB0}" dt="2026-02-14T06:16:28.866" v="8" actId="20577"/>
          <ac:spMkLst>
            <pc:docMk/>
            <pc:sldMk cId="782385677" sldId="256"/>
            <ac:spMk id="3" creationId="{00000000-0000-0000-0000-000000000000}"/>
          </ac:spMkLst>
        </pc:spChg>
      </pc:sldChg>
      <pc:sldChg chg="addSp delSp modSp">
        <pc:chgData name="Valtteri Sippala" userId="S::c3siva00@students.oamk.fi::c1f45f33-b511-4c68-b4bc-3568241a9e9b" providerId="AD" clId="Web-{C68DFDFF-2AEC-57AC-69F1-4719ADC1FFB0}" dt="2026-02-14T06:41:40.042" v="80"/>
        <pc:sldMkLst>
          <pc:docMk/>
          <pc:sldMk cId="2623185638" sldId="260"/>
        </pc:sldMkLst>
        <pc:spChg chg="mod">
          <ac:chgData name="Valtteri Sippala" userId="S::c3siva00@students.oamk.fi::c1f45f33-b511-4c68-b4bc-3568241a9e9b" providerId="AD" clId="Web-{C68DFDFF-2AEC-57AC-69F1-4719ADC1FFB0}" dt="2026-02-14T06:41:16.572" v="77" actId="1076"/>
          <ac:spMkLst>
            <pc:docMk/>
            <pc:sldMk cId="2623185638" sldId="260"/>
            <ac:spMk id="2" creationId="{23BB794A-FB74-CC89-2E9F-89ED32F4FED2}"/>
          </ac:spMkLst>
        </pc:spChg>
        <pc:spChg chg="add del mod">
          <ac:chgData name="Valtteri Sippala" userId="S::c3siva00@students.oamk.fi::c1f45f33-b511-4c68-b4bc-3568241a9e9b" providerId="AD" clId="Web-{C68DFDFF-2AEC-57AC-69F1-4719ADC1FFB0}" dt="2026-02-14T06:41:40.042" v="80"/>
          <ac:spMkLst>
            <pc:docMk/>
            <pc:sldMk cId="2623185638" sldId="260"/>
            <ac:spMk id="3" creationId="{A89E8778-6E75-D9E2-F174-2B3376947CBF}"/>
          </ac:spMkLst>
        </pc:spChg>
      </pc:sldChg>
      <pc:sldChg chg="addSp delSp modSp del mod modShow">
        <pc:chgData name="Valtteri Sippala" userId="S::c3siva00@students.oamk.fi::c1f45f33-b511-4c68-b4bc-3568241a9e9b" providerId="AD" clId="Web-{C68DFDFF-2AEC-57AC-69F1-4719ADC1FFB0}" dt="2026-02-14T06:46:47.749" v="242"/>
        <pc:sldMkLst>
          <pc:docMk/>
          <pc:sldMk cId="1600431707" sldId="262"/>
        </pc:sldMkLst>
        <pc:spChg chg="mod">
          <ac:chgData name="Valtteri Sippala" userId="S::c3siva00@students.oamk.fi::c1f45f33-b511-4c68-b4bc-3568241a9e9b" providerId="AD" clId="Web-{C68DFDFF-2AEC-57AC-69F1-4719ADC1FFB0}" dt="2026-02-14T06:38:50.447" v="41" actId="1076"/>
          <ac:spMkLst>
            <pc:docMk/>
            <pc:sldMk cId="1600431707" sldId="262"/>
            <ac:spMk id="2" creationId="{921A68B2-9536-E4C2-243E-3CD1D242A55B}"/>
          </ac:spMkLst>
        </pc:spChg>
        <pc:spChg chg="del mod">
          <ac:chgData name="Valtteri Sippala" userId="S::c3siva00@students.oamk.fi::c1f45f33-b511-4c68-b4bc-3568241a9e9b" providerId="AD" clId="Web-{C68DFDFF-2AEC-57AC-69F1-4719ADC1FFB0}" dt="2026-02-14T06:41:05.275" v="75"/>
          <ac:spMkLst>
            <pc:docMk/>
            <pc:sldMk cId="1600431707" sldId="262"/>
            <ac:spMk id="3" creationId="{287444D0-E775-FED1-E1AB-1F8DC6B45C5E}"/>
          </ac:spMkLst>
        </pc:spChg>
        <pc:spChg chg="add del mod">
          <ac:chgData name="Valtteri Sippala" userId="S::c3siva00@students.oamk.fi::c1f45f33-b511-4c68-b4bc-3568241a9e9b" providerId="AD" clId="Web-{C68DFDFF-2AEC-57AC-69F1-4719ADC1FFB0}" dt="2026-02-14T06:43:47.137" v="99"/>
          <ac:spMkLst>
            <pc:docMk/>
            <pc:sldMk cId="1600431707" sldId="262"/>
            <ac:spMk id="4" creationId="{3307C3E7-1C79-5944-F4B7-CEB46317369F}"/>
          </ac:spMkLst>
        </pc:spChg>
        <pc:spChg chg="add del">
          <ac:chgData name="Valtteri Sippala" userId="S::c3siva00@students.oamk.fi::c1f45f33-b511-4c68-b4bc-3568241a9e9b" providerId="AD" clId="Web-{C68DFDFF-2AEC-57AC-69F1-4719ADC1FFB0}" dt="2026-02-14T06:43:05.574" v="85"/>
          <ac:spMkLst>
            <pc:docMk/>
            <pc:sldMk cId="1600431707" sldId="262"/>
            <ac:spMk id="5" creationId="{11840653-68B1-B223-1645-0A2D62F6571A}"/>
          </ac:spMkLst>
        </pc:spChg>
        <pc:picChg chg="mod">
          <ac:chgData name="Valtteri Sippala" userId="S::c3siva00@students.oamk.fi::c1f45f33-b511-4c68-b4bc-3568241a9e9b" providerId="AD" clId="Web-{C68DFDFF-2AEC-57AC-69F1-4719ADC1FFB0}" dt="2026-02-14T06:42:11.122" v="82" actId="14100"/>
          <ac:picMkLst>
            <pc:docMk/>
            <pc:sldMk cId="1600431707" sldId="262"/>
            <ac:picMk id="38" creationId="{17E7A121-277D-CAF5-12C1-151943464155}"/>
          </ac:picMkLst>
        </pc:picChg>
      </pc:sldChg>
      <pc:sldChg chg="addSp modSp mod modShow">
        <pc:chgData name="Valtteri Sippala" userId="S::c3siva00@students.oamk.fi::c1f45f33-b511-4c68-b4bc-3568241a9e9b" providerId="AD" clId="Web-{C68DFDFF-2AEC-57AC-69F1-4719ADC1FFB0}" dt="2026-02-14T06:49:16.143" v="263" actId="14100"/>
        <pc:sldMkLst>
          <pc:docMk/>
          <pc:sldMk cId="2598080660" sldId="263"/>
        </pc:sldMkLst>
        <pc:spChg chg="mod">
          <ac:chgData name="Valtteri Sippala" userId="S::c3siva00@students.oamk.fi::c1f45f33-b511-4c68-b4bc-3568241a9e9b" providerId="AD" clId="Web-{C68DFDFF-2AEC-57AC-69F1-4719ADC1FFB0}" dt="2026-02-14T06:48:42.737" v="248" actId="1076"/>
          <ac:spMkLst>
            <pc:docMk/>
            <pc:sldMk cId="2598080660" sldId="263"/>
            <ac:spMk id="2" creationId="{E08FF964-70A8-D888-0D4A-D3233F51800F}"/>
          </ac:spMkLst>
        </pc:spChg>
        <pc:spChg chg="mod">
          <ac:chgData name="Valtteri Sippala" userId="S::c3siva00@students.oamk.fi::c1f45f33-b511-4c68-b4bc-3568241a9e9b" providerId="AD" clId="Web-{C68DFDFF-2AEC-57AC-69F1-4719ADC1FFB0}" dt="2026-02-14T06:49:11.440" v="261" actId="14100"/>
          <ac:spMkLst>
            <pc:docMk/>
            <pc:sldMk cId="2598080660" sldId="263"/>
            <ac:spMk id="3" creationId="{9AAF1850-0D52-1D29-2CDA-5F6B0CAD96E7}"/>
          </ac:spMkLst>
        </pc:spChg>
        <pc:picChg chg="add mod">
          <ac:chgData name="Valtteri Sippala" userId="S::c3siva00@students.oamk.fi::c1f45f33-b511-4c68-b4bc-3568241a9e9b" providerId="AD" clId="Web-{C68DFDFF-2AEC-57AC-69F1-4719ADC1FFB0}" dt="2026-02-14T06:49:16.143" v="263" actId="14100"/>
          <ac:picMkLst>
            <pc:docMk/>
            <pc:sldMk cId="2598080660" sldId="263"/>
            <ac:picMk id="4" creationId="{FC142AB9-CA7D-8DB3-48C2-DBCD219E53BB}"/>
          </ac:picMkLst>
        </pc:picChg>
      </pc:sldChg>
      <pc:sldChg chg="addSp delSp modSp new mod setBg modClrScheme chgLayout">
        <pc:chgData name="Valtteri Sippala" userId="S::c3siva00@students.oamk.fi::c1f45f33-b511-4c68-b4bc-3568241a9e9b" providerId="AD" clId="Web-{C68DFDFF-2AEC-57AC-69F1-4719ADC1FFB0}" dt="2026-02-14T06:47:16.595" v="243" actId="20577"/>
        <pc:sldMkLst>
          <pc:docMk/>
          <pc:sldMk cId="2898531001" sldId="265"/>
        </pc:sldMkLst>
        <pc:spChg chg="mod ord">
          <ac:chgData name="Valtteri Sippala" userId="S::c3siva00@students.oamk.fi::c1f45f33-b511-4c68-b4bc-3568241a9e9b" providerId="AD" clId="Web-{C68DFDFF-2AEC-57AC-69F1-4719ADC1FFB0}" dt="2026-02-14T06:47:16.595" v="243" actId="20577"/>
          <ac:spMkLst>
            <pc:docMk/>
            <pc:sldMk cId="2898531001" sldId="265"/>
            <ac:spMk id="2" creationId="{883F4183-AC0C-1DB7-E35F-45E6A51508D3}"/>
          </ac:spMkLst>
        </pc:spChg>
        <pc:spChg chg="add del mod ord">
          <ac:chgData name="Valtteri Sippala" userId="S::c3siva00@students.oamk.fi::c1f45f33-b511-4c68-b4bc-3568241a9e9b" providerId="AD" clId="Web-{C68DFDFF-2AEC-57AC-69F1-4719ADC1FFB0}" dt="2026-02-14T06:46:29.435" v="241"/>
          <ac:spMkLst>
            <pc:docMk/>
            <pc:sldMk cId="2898531001" sldId="265"/>
            <ac:spMk id="3" creationId="{5ED68F04-E09C-6B71-84E5-BF09A74A2EF1}"/>
          </ac:spMkLst>
        </pc:spChg>
        <pc:spChg chg="add del mod ord">
          <ac:chgData name="Valtteri Sippala" userId="S::c3siva00@students.oamk.fi::c1f45f33-b511-4c68-b4bc-3568241a9e9b" providerId="AD" clId="Web-{C68DFDFF-2AEC-57AC-69F1-4719ADC1FFB0}" dt="2026-02-14T06:46:29.435" v="241"/>
          <ac:spMkLst>
            <pc:docMk/>
            <pc:sldMk cId="2898531001" sldId="265"/>
            <ac:spMk id="4" creationId="{497B6B27-E3A1-2DEA-513D-1B3F112DB321}"/>
          </ac:spMkLst>
        </pc:spChg>
        <pc:spChg chg="add del">
          <ac:chgData name="Valtteri Sippala" userId="S::c3siva00@students.oamk.fi::c1f45f33-b511-4c68-b4bc-3568241a9e9b" providerId="AD" clId="Web-{C68DFDFF-2AEC-57AC-69F1-4719ADC1FFB0}" dt="2026-02-14T06:46:20.107" v="238"/>
          <ac:spMkLst>
            <pc:docMk/>
            <pc:sldMk cId="2898531001" sldId="265"/>
            <ac:spMk id="10" creationId="{C68C397E-C9BC-4DE8-986D-204E427AD949}"/>
          </ac:spMkLst>
        </pc:spChg>
        <pc:spChg chg="add del">
          <ac:chgData name="Valtteri Sippala" userId="S::c3siva00@students.oamk.fi::c1f45f33-b511-4c68-b4bc-3568241a9e9b" providerId="AD" clId="Web-{C68DFDFF-2AEC-57AC-69F1-4719ADC1FFB0}" dt="2026-02-14T06:46:20.107" v="238"/>
          <ac:spMkLst>
            <pc:docMk/>
            <pc:sldMk cId="2898531001" sldId="265"/>
            <ac:spMk id="12" creationId="{876248C8-0720-48AB-91BA-5F530BB41E5E}"/>
          </ac:spMkLst>
        </pc:spChg>
        <pc:spChg chg="add del">
          <ac:chgData name="Valtteri Sippala" userId="S::c3siva00@students.oamk.fi::c1f45f33-b511-4c68-b4bc-3568241a9e9b" providerId="AD" clId="Web-{C68DFDFF-2AEC-57AC-69F1-4719ADC1FFB0}" dt="2026-02-14T06:46:20.107" v="238"/>
          <ac:spMkLst>
            <pc:docMk/>
            <pc:sldMk cId="2898531001" sldId="265"/>
            <ac:spMk id="14" creationId="{523BEDA7-D0B8-4802-8168-92452653BC9F}"/>
          </ac:spMkLst>
        </pc:spChg>
        <pc:spChg chg="add del">
          <ac:chgData name="Valtteri Sippala" userId="S::c3siva00@students.oamk.fi::c1f45f33-b511-4c68-b4bc-3568241a9e9b" providerId="AD" clId="Web-{C68DFDFF-2AEC-57AC-69F1-4719ADC1FFB0}" dt="2026-02-14T06:46:20.107" v="238"/>
          <ac:spMkLst>
            <pc:docMk/>
            <pc:sldMk cId="2898531001" sldId="265"/>
            <ac:spMk id="16" creationId="{D2EFF34B-7B1A-4F9D-8CEE-A40962BC7C21}"/>
          </ac:spMkLst>
        </pc:spChg>
        <pc:spChg chg="add del">
          <ac:chgData name="Valtteri Sippala" userId="S::c3siva00@students.oamk.fi::c1f45f33-b511-4c68-b4bc-3568241a9e9b" providerId="AD" clId="Web-{C68DFDFF-2AEC-57AC-69F1-4719ADC1FFB0}" dt="2026-02-14T06:46:29.404" v="240"/>
          <ac:spMkLst>
            <pc:docMk/>
            <pc:sldMk cId="2898531001" sldId="265"/>
            <ac:spMk id="18" creationId="{C68C397E-C9BC-4DE8-986D-204E427AD949}"/>
          </ac:spMkLst>
        </pc:spChg>
        <pc:spChg chg="add del">
          <ac:chgData name="Valtteri Sippala" userId="S::c3siva00@students.oamk.fi::c1f45f33-b511-4c68-b4bc-3568241a9e9b" providerId="AD" clId="Web-{C68DFDFF-2AEC-57AC-69F1-4719ADC1FFB0}" dt="2026-02-14T06:46:29.404" v="240"/>
          <ac:spMkLst>
            <pc:docMk/>
            <pc:sldMk cId="2898531001" sldId="265"/>
            <ac:spMk id="19" creationId="{876248C8-0720-48AB-91BA-5F530BB41E5E}"/>
          </ac:spMkLst>
        </pc:spChg>
        <pc:spChg chg="add del">
          <ac:chgData name="Valtteri Sippala" userId="S::c3siva00@students.oamk.fi::c1f45f33-b511-4c68-b4bc-3568241a9e9b" providerId="AD" clId="Web-{C68DFDFF-2AEC-57AC-69F1-4719ADC1FFB0}" dt="2026-02-14T06:46:29.404" v="240"/>
          <ac:spMkLst>
            <pc:docMk/>
            <pc:sldMk cId="2898531001" sldId="265"/>
            <ac:spMk id="20" creationId="{523BEDA7-D0B8-4802-8168-92452653BC9F}"/>
          </ac:spMkLst>
        </pc:spChg>
        <pc:spChg chg="add del">
          <ac:chgData name="Valtteri Sippala" userId="S::c3siva00@students.oamk.fi::c1f45f33-b511-4c68-b4bc-3568241a9e9b" providerId="AD" clId="Web-{C68DFDFF-2AEC-57AC-69F1-4719ADC1FFB0}" dt="2026-02-14T06:46:29.404" v="240"/>
          <ac:spMkLst>
            <pc:docMk/>
            <pc:sldMk cId="2898531001" sldId="265"/>
            <ac:spMk id="21" creationId="{D2EFF34B-7B1A-4F9D-8CEE-A40962BC7C21}"/>
          </ac:spMkLst>
        </pc:spChg>
        <pc:spChg chg="add">
          <ac:chgData name="Valtteri Sippala" userId="S::c3siva00@students.oamk.fi::c1f45f33-b511-4c68-b4bc-3568241a9e9b" providerId="AD" clId="Web-{C68DFDFF-2AEC-57AC-69F1-4719ADC1FFB0}" dt="2026-02-14T06:46:29.435" v="241"/>
          <ac:spMkLst>
            <pc:docMk/>
            <pc:sldMk cId="2898531001" sldId="265"/>
            <ac:spMk id="24" creationId="{C68C397E-C9BC-4DE8-986D-204E427AD949}"/>
          </ac:spMkLst>
        </pc:spChg>
        <pc:spChg chg="add">
          <ac:chgData name="Valtteri Sippala" userId="S::c3siva00@students.oamk.fi::c1f45f33-b511-4c68-b4bc-3568241a9e9b" providerId="AD" clId="Web-{C68DFDFF-2AEC-57AC-69F1-4719ADC1FFB0}" dt="2026-02-14T06:46:29.435" v="241"/>
          <ac:spMkLst>
            <pc:docMk/>
            <pc:sldMk cId="2898531001" sldId="265"/>
            <ac:spMk id="25" creationId="{30B3D270-B19D-4DB8-BD3C-3E707485B515}"/>
          </ac:spMkLst>
        </pc:spChg>
        <pc:spChg chg="add">
          <ac:chgData name="Valtteri Sippala" userId="S::c3siva00@students.oamk.fi::c1f45f33-b511-4c68-b4bc-3568241a9e9b" providerId="AD" clId="Web-{C68DFDFF-2AEC-57AC-69F1-4719ADC1FFB0}" dt="2026-02-14T06:46:29.435" v="241"/>
          <ac:spMkLst>
            <pc:docMk/>
            <pc:sldMk cId="2898531001" sldId="265"/>
            <ac:spMk id="26" creationId="{49BDAF94-B52E-4307-B54C-EF413086FC77}"/>
          </ac:spMkLst>
        </pc:spChg>
        <pc:graphicFrameChg chg="add del">
          <ac:chgData name="Valtteri Sippala" userId="S::c3siva00@students.oamk.fi::c1f45f33-b511-4c68-b4bc-3568241a9e9b" providerId="AD" clId="Web-{C68DFDFF-2AEC-57AC-69F1-4719ADC1FFB0}" dt="2026-02-14T06:46:20.107" v="238"/>
          <ac:graphicFrameMkLst>
            <pc:docMk/>
            <pc:sldMk cId="2898531001" sldId="265"/>
            <ac:graphicFrameMk id="6" creationId="{3F9E4DF1-97E1-DBDE-8F91-1BF59F285C48}"/>
          </ac:graphicFrameMkLst>
        </pc:graphicFrameChg>
        <pc:graphicFrameChg chg="add del">
          <ac:chgData name="Valtteri Sippala" userId="S::c3siva00@students.oamk.fi::c1f45f33-b511-4c68-b4bc-3568241a9e9b" providerId="AD" clId="Web-{C68DFDFF-2AEC-57AC-69F1-4719ADC1FFB0}" dt="2026-02-14T06:46:29.404" v="240"/>
          <ac:graphicFrameMkLst>
            <pc:docMk/>
            <pc:sldMk cId="2898531001" sldId="265"/>
            <ac:graphicFrameMk id="22" creationId="{0DC83A9D-245A-DEF4-5705-DEE1E163BBC9}"/>
          </ac:graphicFrameMkLst>
        </pc:graphicFrameChg>
        <pc:graphicFrameChg chg="add">
          <ac:chgData name="Valtteri Sippala" userId="S::c3siva00@students.oamk.fi::c1f45f33-b511-4c68-b4bc-3568241a9e9b" providerId="AD" clId="Web-{C68DFDFF-2AEC-57AC-69F1-4719ADC1FFB0}" dt="2026-02-14T06:46:29.435" v="241"/>
          <ac:graphicFrameMkLst>
            <pc:docMk/>
            <pc:sldMk cId="2898531001" sldId="265"/>
            <ac:graphicFrameMk id="27" creationId="{416430D6-87E1-55BE-0802-28CBF01CB38F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128C2-2067-463E-8558-A8B9E25744C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AA9DDB-E898-481B-98A1-0D9A135128BB}">
      <dgm:prSet/>
      <dgm:spPr/>
      <dgm:t>
        <a:bodyPr/>
        <a:lstStyle/>
        <a:p>
          <a:r>
            <a:rPr lang="en-US" baseline="0"/>
            <a:t>Linux palvelin (CSC-pouta)</a:t>
          </a:r>
          <a:endParaRPr lang="en-US"/>
        </a:p>
      </dgm:t>
    </dgm:pt>
    <dgm:pt modelId="{FEB9CDBD-E065-4A32-A778-C7CC18071774}" type="parTrans" cxnId="{75565C01-1B1C-4FBA-8FEE-3B565BEA17CF}">
      <dgm:prSet/>
      <dgm:spPr/>
      <dgm:t>
        <a:bodyPr/>
        <a:lstStyle/>
        <a:p>
          <a:endParaRPr lang="en-US"/>
        </a:p>
      </dgm:t>
    </dgm:pt>
    <dgm:pt modelId="{86B748D2-E0C5-42D8-A12E-102A14A2289F}" type="sibTrans" cxnId="{75565C01-1B1C-4FBA-8FEE-3B565BEA17CF}">
      <dgm:prSet/>
      <dgm:spPr/>
      <dgm:t>
        <a:bodyPr/>
        <a:lstStyle/>
        <a:p>
          <a:endParaRPr lang="en-US"/>
        </a:p>
      </dgm:t>
    </dgm:pt>
    <dgm:pt modelId="{89506D9B-1394-4763-A9F7-C5880A6C5E6B}">
      <dgm:prSet/>
      <dgm:spPr/>
      <dgm:t>
        <a:bodyPr/>
        <a:lstStyle/>
        <a:p>
          <a:r>
            <a:rPr lang="en-US" baseline="0"/>
            <a:t>Kontitus (Docker)</a:t>
          </a:r>
          <a:endParaRPr lang="en-US"/>
        </a:p>
      </dgm:t>
    </dgm:pt>
    <dgm:pt modelId="{ABFD69F8-FD2D-445B-8742-D7825CE0B6FA}" type="parTrans" cxnId="{B6EF720C-1801-415C-A7B7-B1258FBFBA99}">
      <dgm:prSet/>
      <dgm:spPr/>
      <dgm:t>
        <a:bodyPr/>
        <a:lstStyle/>
        <a:p>
          <a:endParaRPr lang="en-US"/>
        </a:p>
      </dgm:t>
    </dgm:pt>
    <dgm:pt modelId="{915B5BB4-A541-4D54-ABFE-5E9AE2106FF5}" type="sibTrans" cxnId="{B6EF720C-1801-415C-A7B7-B1258FBFBA99}">
      <dgm:prSet/>
      <dgm:spPr/>
      <dgm:t>
        <a:bodyPr/>
        <a:lstStyle/>
        <a:p>
          <a:endParaRPr lang="en-US"/>
        </a:p>
      </dgm:t>
    </dgm:pt>
    <dgm:pt modelId="{35A8B2B5-7EFA-45CD-8A2C-6E1853977845}">
      <dgm:prSet/>
      <dgm:spPr/>
      <dgm:t>
        <a:bodyPr/>
        <a:lstStyle/>
        <a:p>
          <a:r>
            <a:rPr lang="en-US" baseline="0"/>
            <a:t>CI/CD (GitHub actions)</a:t>
          </a:r>
          <a:endParaRPr lang="en-US"/>
        </a:p>
      </dgm:t>
    </dgm:pt>
    <dgm:pt modelId="{FAE1D19F-01BD-4FA3-BCE9-5909673EC24A}" type="parTrans" cxnId="{06F17614-D31F-4C3F-A845-7A1EABA773A2}">
      <dgm:prSet/>
      <dgm:spPr/>
      <dgm:t>
        <a:bodyPr/>
        <a:lstStyle/>
        <a:p>
          <a:endParaRPr lang="en-US"/>
        </a:p>
      </dgm:t>
    </dgm:pt>
    <dgm:pt modelId="{B1CC106B-0BB3-489D-AC69-20BD6FA631D0}" type="sibTrans" cxnId="{06F17614-D31F-4C3F-A845-7A1EABA773A2}">
      <dgm:prSet/>
      <dgm:spPr/>
      <dgm:t>
        <a:bodyPr/>
        <a:lstStyle/>
        <a:p>
          <a:endParaRPr lang="en-US"/>
        </a:p>
      </dgm:t>
    </dgm:pt>
    <dgm:pt modelId="{DEF31363-1642-4A20-8B26-DE7FF78570EE}">
      <dgm:prSet/>
      <dgm:spPr/>
      <dgm:t>
        <a:bodyPr/>
        <a:lstStyle/>
        <a:p>
          <a:r>
            <a:rPr lang="en-US" baseline="0"/>
            <a:t>Rahan siirto</a:t>
          </a:r>
          <a:endParaRPr lang="en-US"/>
        </a:p>
      </dgm:t>
    </dgm:pt>
    <dgm:pt modelId="{79D7C986-43F0-4889-857B-3C717AAB4C9B}" type="parTrans" cxnId="{CE9F7A9F-3F3F-496F-B310-40589E21B173}">
      <dgm:prSet/>
      <dgm:spPr/>
      <dgm:t>
        <a:bodyPr/>
        <a:lstStyle/>
        <a:p>
          <a:endParaRPr lang="en-US"/>
        </a:p>
      </dgm:t>
    </dgm:pt>
    <dgm:pt modelId="{EF659C29-5A71-4BFD-BE09-0C7D4B739828}" type="sibTrans" cxnId="{CE9F7A9F-3F3F-496F-B310-40589E21B173}">
      <dgm:prSet/>
      <dgm:spPr/>
      <dgm:t>
        <a:bodyPr/>
        <a:lstStyle/>
        <a:p>
          <a:endParaRPr lang="en-US"/>
        </a:p>
      </dgm:t>
    </dgm:pt>
    <dgm:pt modelId="{98068E06-8761-467C-8E66-1931CD6AAD87}">
      <dgm:prSet/>
      <dgm:spPr/>
      <dgm:t>
        <a:bodyPr/>
        <a:lstStyle/>
        <a:p>
          <a:r>
            <a:rPr lang="en-US" baseline="0"/>
            <a:t>Rahan talletus</a:t>
          </a:r>
          <a:endParaRPr lang="en-US"/>
        </a:p>
      </dgm:t>
    </dgm:pt>
    <dgm:pt modelId="{6F9AB9CA-708F-4311-8A04-2271228602D2}" type="parTrans" cxnId="{6A9FCF8B-9409-47D6-9644-AE431F245D7C}">
      <dgm:prSet/>
      <dgm:spPr/>
      <dgm:t>
        <a:bodyPr/>
        <a:lstStyle/>
        <a:p>
          <a:endParaRPr lang="en-US"/>
        </a:p>
      </dgm:t>
    </dgm:pt>
    <dgm:pt modelId="{1D5CE40C-1794-4FB7-A34A-0515AA67997B}" type="sibTrans" cxnId="{6A9FCF8B-9409-47D6-9644-AE431F245D7C}">
      <dgm:prSet/>
      <dgm:spPr/>
      <dgm:t>
        <a:bodyPr/>
        <a:lstStyle/>
        <a:p>
          <a:endParaRPr lang="en-US"/>
        </a:p>
      </dgm:t>
    </dgm:pt>
    <dgm:pt modelId="{F942F09F-B9E1-434E-AE1F-80F92135513C}" type="pres">
      <dgm:prSet presAssocID="{576128C2-2067-463E-8558-A8B9E25744C4}" presName="linear" presStyleCnt="0">
        <dgm:presLayoutVars>
          <dgm:animLvl val="lvl"/>
          <dgm:resizeHandles val="exact"/>
        </dgm:presLayoutVars>
      </dgm:prSet>
      <dgm:spPr/>
    </dgm:pt>
    <dgm:pt modelId="{36F72FA4-8385-4FE1-AF39-9348E43D0FCE}" type="pres">
      <dgm:prSet presAssocID="{9BAA9DDB-E898-481B-98A1-0D9A135128B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6A7AA4F-CCE5-4D97-AD15-BB6E1C23D6E7}" type="pres">
      <dgm:prSet presAssocID="{86B748D2-E0C5-42D8-A12E-102A14A2289F}" presName="spacer" presStyleCnt="0"/>
      <dgm:spPr/>
    </dgm:pt>
    <dgm:pt modelId="{ED838010-D608-42D0-A05E-BE0BFC928F8D}" type="pres">
      <dgm:prSet presAssocID="{89506D9B-1394-4763-A9F7-C5880A6C5E6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0FF3431-8D8B-456E-89C0-884A635DE857}" type="pres">
      <dgm:prSet presAssocID="{915B5BB4-A541-4D54-ABFE-5E9AE2106FF5}" presName="spacer" presStyleCnt="0"/>
      <dgm:spPr/>
    </dgm:pt>
    <dgm:pt modelId="{A357EB08-007E-4269-A904-13840FAE7BBE}" type="pres">
      <dgm:prSet presAssocID="{35A8B2B5-7EFA-45CD-8A2C-6E185397784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B6EC544-516B-48B2-BA2A-A465DEAECC6E}" type="pres">
      <dgm:prSet presAssocID="{B1CC106B-0BB3-489D-AC69-20BD6FA631D0}" presName="spacer" presStyleCnt="0"/>
      <dgm:spPr/>
    </dgm:pt>
    <dgm:pt modelId="{658C6848-2295-41C8-B6E6-5777E43EC6B8}" type="pres">
      <dgm:prSet presAssocID="{DEF31363-1642-4A20-8B26-DE7FF78570E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CB852FD-17E6-4B22-A096-1AFCA23E58BE}" type="pres">
      <dgm:prSet presAssocID="{EF659C29-5A71-4BFD-BE09-0C7D4B739828}" presName="spacer" presStyleCnt="0"/>
      <dgm:spPr/>
    </dgm:pt>
    <dgm:pt modelId="{765A159A-CDD0-4283-9CDA-CB7719D55F05}" type="pres">
      <dgm:prSet presAssocID="{98068E06-8761-467C-8E66-1931CD6AAD8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5565C01-1B1C-4FBA-8FEE-3B565BEA17CF}" srcId="{576128C2-2067-463E-8558-A8B9E25744C4}" destId="{9BAA9DDB-E898-481B-98A1-0D9A135128BB}" srcOrd="0" destOrd="0" parTransId="{FEB9CDBD-E065-4A32-A778-C7CC18071774}" sibTransId="{86B748D2-E0C5-42D8-A12E-102A14A2289F}"/>
    <dgm:cxn modelId="{B6EF720C-1801-415C-A7B7-B1258FBFBA99}" srcId="{576128C2-2067-463E-8558-A8B9E25744C4}" destId="{89506D9B-1394-4763-A9F7-C5880A6C5E6B}" srcOrd="1" destOrd="0" parTransId="{ABFD69F8-FD2D-445B-8742-D7825CE0B6FA}" sibTransId="{915B5BB4-A541-4D54-ABFE-5E9AE2106FF5}"/>
    <dgm:cxn modelId="{06F17614-D31F-4C3F-A845-7A1EABA773A2}" srcId="{576128C2-2067-463E-8558-A8B9E25744C4}" destId="{35A8B2B5-7EFA-45CD-8A2C-6E1853977845}" srcOrd="2" destOrd="0" parTransId="{FAE1D19F-01BD-4FA3-BCE9-5909673EC24A}" sibTransId="{B1CC106B-0BB3-489D-AC69-20BD6FA631D0}"/>
    <dgm:cxn modelId="{D7A72740-6910-43DF-BBA5-23BFA9B8292A}" type="presOf" srcId="{89506D9B-1394-4763-A9F7-C5880A6C5E6B}" destId="{ED838010-D608-42D0-A05E-BE0BFC928F8D}" srcOrd="0" destOrd="0" presId="urn:microsoft.com/office/officeart/2005/8/layout/vList2"/>
    <dgm:cxn modelId="{B4F7D589-4752-446D-BE90-D1689ACB9E9B}" type="presOf" srcId="{9BAA9DDB-E898-481B-98A1-0D9A135128BB}" destId="{36F72FA4-8385-4FE1-AF39-9348E43D0FCE}" srcOrd="0" destOrd="0" presId="urn:microsoft.com/office/officeart/2005/8/layout/vList2"/>
    <dgm:cxn modelId="{6A9FCF8B-9409-47D6-9644-AE431F245D7C}" srcId="{576128C2-2067-463E-8558-A8B9E25744C4}" destId="{98068E06-8761-467C-8E66-1931CD6AAD87}" srcOrd="4" destOrd="0" parTransId="{6F9AB9CA-708F-4311-8A04-2271228602D2}" sibTransId="{1D5CE40C-1794-4FB7-A34A-0515AA67997B}"/>
    <dgm:cxn modelId="{CE9F7A9F-3F3F-496F-B310-40589E21B173}" srcId="{576128C2-2067-463E-8558-A8B9E25744C4}" destId="{DEF31363-1642-4A20-8B26-DE7FF78570EE}" srcOrd="3" destOrd="0" parTransId="{79D7C986-43F0-4889-857B-3C717AAB4C9B}" sibTransId="{EF659C29-5A71-4BFD-BE09-0C7D4B739828}"/>
    <dgm:cxn modelId="{AEFC44A4-9C1D-474C-952C-29AA3A62C108}" type="presOf" srcId="{DEF31363-1642-4A20-8B26-DE7FF78570EE}" destId="{658C6848-2295-41C8-B6E6-5777E43EC6B8}" srcOrd="0" destOrd="0" presId="urn:microsoft.com/office/officeart/2005/8/layout/vList2"/>
    <dgm:cxn modelId="{65B3A7A6-EB3C-4905-A2F7-3420A32D58A2}" type="presOf" srcId="{98068E06-8761-467C-8E66-1931CD6AAD87}" destId="{765A159A-CDD0-4283-9CDA-CB7719D55F05}" srcOrd="0" destOrd="0" presId="urn:microsoft.com/office/officeart/2005/8/layout/vList2"/>
    <dgm:cxn modelId="{2E4F12D5-B349-4590-9E07-BF9B56D1C93B}" type="presOf" srcId="{576128C2-2067-463E-8558-A8B9E25744C4}" destId="{F942F09F-B9E1-434E-AE1F-80F92135513C}" srcOrd="0" destOrd="0" presId="urn:microsoft.com/office/officeart/2005/8/layout/vList2"/>
    <dgm:cxn modelId="{A1EDE6F7-3E72-4924-A52A-8D4DBCCAD4F3}" type="presOf" srcId="{35A8B2B5-7EFA-45CD-8A2C-6E1853977845}" destId="{A357EB08-007E-4269-A904-13840FAE7BBE}" srcOrd="0" destOrd="0" presId="urn:microsoft.com/office/officeart/2005/8/layout/vList2"/>
    <dgm:cxn modelId="{7117E354-9D96-4C56-B8BD-323D4843C002}" type="presParOf" srcId="{F942F09F-B9E1-434E-AE1F-80F92135513C}" destId="{36F72FA4-8385-4FE1-AF39-9348E43D0FCE}" srcOrd="0" destOrd="0" presId="urn:microsoft.com/office/officeart/2005/8/layout/vList2"/>
    <dgm:cxn modelId="{C13D412B-48B9-4E5F-88C9-E822C7C6BA49}" type="presParOf" srcId="{F942F09F-B9E1-434E-AE1F-80F92135513C}" destId="{26A7AA4F-CCE5-4D97-AD15-BB6E1C23D6E7}" srcOrd="1" destOrd="0" presId="urn:microsoft.com/office/officeart/2005/8/layout/vList2"/>
    <dgm:cxn modelId="{E9C3A697-28AA-4C9D-ADE4-714CA6AFFE4F}" type="presParOf" srcId="{F942F09F-B9E1-434E-AE1F-80F92135513C}" destId="{ED838010-D608-42D0-A05E-BE0BFC928F8D}" srcOrd="2" destOrd="0" presId="urn:microsoft.com/office/officeart/2005/8/layout/vList2"/>
    <dgm:cxn modelId="{E9DC278D-BC5F-4A00-8DEE-8AEB1D90BDE7}" type="presParOf" srcId="{F942F09F-B9E1-434E-AE1F-80F92135513C}" destId="{20FF3431-8D8B-456E-89C0-884A635DE857}" srcOrd="3" destOrd="0" presId="urn:microsoft.com/office/officeart/2005/8/layout/vList2"/>
    <dgm:cxn modelId="{4BCAF86A-6C2A-49E8-B29A-6138A9D9F7FF}" type="presParOf" srcId="{F942F09F-B9E1-434E-AE1F-80F92135513C}" destId="{A357EB08-007E-4269-A904-13840FAE7BBE}" srcOrd="4" destOrd="0" presId="urn:microsoft.com/office/officeart/2005/8/layout/vList2"/>
    <dgm:cxn modelId="{68E68E9F-33B0-4970-BFA1-6D1401F330E7}" type="presParOf" srcId="{F942F09F-B9E1-434E-AE1F-80F92135513C}" destId="{6B6EC544-516B-48B2-BA2A-A465DEAECC6E}" srcOrd="5" destOrd="0" presId="urn:microsoft.com/office/officeart/2005/8/layout/vList2"/>
    <dgm:cxn modelId="{8F1F864C-69D0-4A73-B956-0FD654B57CE6}" type="presParOf" srcId="{F942F09F-B9E1-434E-AE1F-80F92135513C}" destId="{658C6848-2295-41C8-B6E6-5777E43EC6B8}" srcOrd="6" destOrd="0" presId="urn:microsoft.com/office/officeart/2005/8/layout/vList2"/>
    <dgm:cxn modelId="{93C0BDD6-6065-4439-A1C2-4FF4051310B3}" type="presParOf" srcId="{F942F09F-B9E1-434E-AE1F-80F92135513C}" destId="{4CB852FD-17E6-4B22-A096-1AFCA23E58BE}" srcOrd="7" destOrd="0" presId="urn:microsoft.com/office/officeart/2005/8/layout/vList2"/>
    <dgm:cxn modelId="{9E2C15D6-DBB5-4F7C-835D-659BEB3C24D5}" type="presParOf" srcId="{F942F09F-B9E1-434E-AE1F-80F92135513C}" destId="{765A159A-CDD0-4283-9CDA-CB7719D55F0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F72FA4-8385-4FE1-AF39-9348E43D0FCE}">
      <dsp:nvSpPr>
        <dsp:cNvPr id="0" name=""/>
        <dsp:cNvSpPr/>
      </dsp:nvSpPr>
      <dsp:spPr>
        <a:xfrm>
          <a:off x="0" y="2126"/>
          <a:ext cx="5990135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/>
            <a:t>Linux palvelin (CSC-pouta)</a:t>
          </a:r>
          <a:endParaRPr lang="en-US" sz="4000" kern="1200"/>
        </a:p>
      </dsp:txBody>
      <dsp:txXfrm>
        <a:off x="46834" y="48960"/>
        <a:ext cx="5896467" cy="865732"/>
      </dsp:txXfrm>
    </dsp:sp>
    <dsp:sp modelId="{ED838010-D608-42D0-A05E-BE0BFC928F8D}">
      <dsp:nvSpPr>
        <dsp:cNvPr id="0" name=""/>
        <dsp:cNvSpPr/>
      </dsp:nvSpPr>
      <dsp:spPr>
        <a:xfrm>
          <a:off x="0" y="1076726"/>
          <a:ext cx="5990135" cy="959400"/>
        </a:xfrm>
        <a:prstGeom prst="roundRect">
          <a:avLst/>
        </a:prstGeom>
        <a:solidFill>
          <a:schemeClr val="accent2">
            <a:hueOff val="-1856167"/>
            <a:satOff val="606"/>
            <a:lumOff val="-53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/>
            <a:t>Kontitus (Docker)</a:t>
          </a:r>
          <a:endParaRPr lang="en-US" sz="4000" kern="1200"/>
        </a:p>
      </dsp:txBody>
      <dsp:txXfrm>
        <a:off x="46834" y="1123560"/>
        <a:ext cx="5896467" cy="865732"/>
      </dsp:txXfrm>
    </dsp:sp>
    <dsp:sp modelId="{A357EB08-007E-4269-A904-13840FAE7BBE}">
      <dsp:nvSpPr>
        <dsp:cNvPr id="0" name=""/>
        <dsp:cNvSpPr/>
      </dsp:nvSpPr>
      <dsp:spPr>
        <a:xfrm>
          <a:off x="0" y="2151327"/>
          <a:ext cx="5990135" cy="959400"/>
        </a:xfrm>
        <a:prstGeom prst="roundRect">
          <a:avLst/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/>
            <a:t>CI/CD (GitHub actions)</a:t>
          </a:r>
          <a:endParaRPr lang="en-US" sz="4000" kern="1200"/>
        </a:p>
      </dsp:txBody>
      <dsp:txXfrm>
        <a:off x="46834" y="2198161"/>
        <a:ext cx="5896467" cy="865732"/>
      </dsp:txXfrm>
    </dsp:sp>
    <dsp:sp modelId="{658C6848-2295-41C8-B6E6-5777E43EC6B8}">
      <dsp:nvSpPr>
        <dsp:cNvPr id="0" name=""/>
        <dsp:cNvSpPr/>
      </dsp:nvSpPr>
      <dsp:spPr>
        <a:xfrm>
          <a:off x="0" y="3225927"/>
          <a:ext cx="5990135" cy="959400"/>
        </a:xfrm>
        <a:prstGeom prst="roundRect">
          <a:avLst/>
        </a:prstGeom>
        <a:solidFill>
          <a:schemeClr val="accent2">
            <a:hueOff val="-5568501"/>
            <a:satOff val="1817"/>
            <a:lumOff val="-1618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/>
            <a:t>Rahan siirto</a:t>
          </a:r>
          <a:endParaRPr lang="en-US" sz="4000" kern="1200"/>
        </a:p>
      </dsp:txBody>
      <dsp:txXfrm>
        <a:off x="46834" y="3272761"/>
        <a:ext cx="5896467" cy="865732"/>
      </dsp:txXfrm>
    </dsp:sp>
    <dsp:sp modelId="{765A159A-CDD0-4283-9CDA-CB7719D55F05}">
      <dsp:nvSpPr>
        <dsp:cNvPr id="0" name=""/>
        <dsp:cNvSpPr/>
      </dsp:nvSpPr>
      <dsp:spPr>
        <a:xfrm>
          <a:off x="0" y="4300527"/>
          <a:ext cx="5990135" cy="959400"/>
        </a:xfrm>
        <a:prstGeom prst="roundRect">
          <a:avLst/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baseline="0"/>
            <a:t>Rahan talletus</a:t>
          </a:r>
          <a:endParaRPr lang="en-US" sz="4000" kern="1200"/>
        </a:p>
      </dsp:txBody>
      <dsp:txXfrm>
        <a:off x="46834" y="4347361"/>
        <a:ext cx="5896467" cy="865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36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3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0955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1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5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2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6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87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0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8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1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0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Kolmiokuvioitu abstrakti tausta">
            <a:extLst>
              <a:ext uri="{FF2B5EF4-FFF2-40B4-BE49-F238E27FC236}">
                <a16:creationId xmlns:a16="http://schemas.microsoft.com/office/drawing/2014/main" id="{0DB6193A-7273-3500-E028-D07E0EEEB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fi-FI" sz="4600">
                <a:solidFill>
                  <a:srgbClr val="FFFFFF"/>
                </a:solidFill>
              </a:rPr>
              <a:t>Pankkiautomaatti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9456577" y="3412025"/>
            <a:ext cx="2368905" cy="40766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>
                <a:solidFill>
                  <a:srgbClr val="FFFFFF"/>
                </a:solidFill>
              </a:rPr>
              <a:t>Ryhmä 7</a:t>
            </a:r>
          </a:p>
          <a:p>
            <a:r>
              <a:rPr lang="fi-FI">
                <a:solidFill>
                  <a:srgbClr val="FFFFFF"/>
                </a:solidFill>
              </a:rPr>
              <a:t>TVT25KMO</a:t>
            </a:r>
          </a:p>
          <a:p>
            <a:r>
              <a:rPr lang="fi-FI">
                <a:solidFill>
                  <a:srgbClr val="FFFFFF"/>
                </a:solidFill>
              </a:rPr>
              <a:t>2026 kevät</a:t>
            </a:r>
          </a:p>
          <a:p>
            <a:r>
              <a:rPr lang="fi-FI">
                <a:solidFill>
                  <a:srgbClr val="FFFFFF"/>
                </a:solidFill>
              </a:rPr>
              <a:t>Pekka Alaluukas </a:t>
            </a:r>
          </a:p>
          <a:p>
            <a:r>
              <a:rPr lang="fi-FI">
                <a:solidFill>
                  <a:srgbClr val="FFFFFF"/>
                </a:solidFill>
              </a:rPr>
              <a:t>&amp; </a:t>
            </a:r>
          </a:p>
          <a:p>
            <a:r>
              <a:rPr lang="fi-FI">
                <a:solidFill>
                  <a:srgbClr val="FFFFFF"/>
                </a:solidFill>
              </a:rPr>
              <a:t>Teemu Korpela</a:t>
            </a:r>
          </a:p>
          <a:p>
            <a:endParaRPr lang="fi-FI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385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42CC-6C02-9DB4-4A93-045BF9E89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55" y="899025"/>
            <a:ext cx="5320160" cy="517137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b="1" err="1"/>
              <a:t>Tavoitteet</a:t>
            </a:r>
            <a:r>
              <a:rPr lang="en-US" b="1"/>
              <a:t>:</a:t>
            </a:r>
            <a:br>
              <a:rPr lang="en-US"/>
            </a:br>
            <a:br>
              <a:rPr lang="en-US" sz="1600"/>
            </a:br>
            <a:r>
              <a:rPr lang="en-US" sz="1600"/>
              <a:t>- </a:t>
            </a:r>
            <a:r>
              <a:rPr lang="en-US" sz="1600" err="1"/>
              <a:t>Tunnistaa</a:t>
            </a:r>
            <a:r>
              <a:rPr lang="en-US" sz="1600"/>
              <a:t> ja </a:t>
            </a:r>
            <a:r>
              <a:rPr lang="en-US" sz="1600" err="1"/>
              <a:t>ymmärtää</a:t>
            </a:r>
            <a:r>
              <a:rPr lang="en-US" sz="1600"/>
              <a:t> </a:t>
            </a:r>
            <a:r>
              <a:rPr lang="en-US" sz="1600" err="1"/>
              <a:t>ohjelmistokehityksen</a:t>
            </a:r>
            <a:r>
              <a:rPr lang="en-US" sz="1600"/>
              <a:t> </a:t>
            </a:r>
            <a:r>
              <a:rPr lang="en-US" sz="1600" err="1"/>
              <a:t>perusvaiheet</a:t>
            </a:r>
            <a:r>
              <a:rPr lang="en-US" sz="1600"/>
              <a:t>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- </a:t>
            </a:r>
            <a:r>
              <a:rPr lang="en-US" sz="1600" err="1"/>
              <a:t>Tietää</a:t>
            </a:r>
            <a:r>
              <a:rPr lang="en-US" sz="1600"/>
              <a:t> </a:t>
            </a:r>
            <a:r>
              <a:rPr lang="en-US" sz="1600" err="1"/>
              <a:t>eri</a:t>
            </a:r>
            <a:r>
              <a:rPr lang="en-US" sz="1600"/>
              <a:t> </a:t>
            </a:r>
            <a:r>
              <a:rPr lang="en-US" sz="1600" err="1"/>
              <a:t>vaiheiden</a:t>
            </a:r>
            <a:r>
              <a:rPr lang="en-US" sz="1600"/>
              <a:t> </a:t>
            </a:r>
            <a:r>
              <a:rPr lang="en-US" sz="1600" err="1"/>
              <a:t>merkitykset</a:t>
            </a:r>
            <a:r>
              <a:rPr lang="en-US" sz="1600"/>
              <a:t> ja </a:t>
            </a:r>
            <a:r>
              <a:rPr lang="en-US" sz="1600" err="1"/>
              <a:t>erot</a:t>
            </a:r>
            <a:r>
              <a:rPr lang="en-US" sz="1600"/>
              <a:t>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- </a:t>
            </a:r>
            <a:r>
              <a:rPr lang="en-US" sz="1600" err="1"/>
              <a:t>Osata</a:t>
            </a:r>
            <a:r>
              <a:rPr lang="en-US" sz="1600"/>
              <a:t> </a:t>
            </a:r>
            <a:r>
              <a:rPr lang="en-US" sz="1600" err="1"/>
              <a:t>laatia</a:t>
            </a:r>
            <a:r>
              <a:rPr lang="en-US" sz="1600"/>
              <a:t> </a:t>
            </a:r>
            <a:r>
              <a:rPr lang="en-US" sz="1600" err="1"/>
              <a:t>tarvittavia</a:t>
            </a:r>
            <a:r>
              <a:rPr lang="en-US" sz="1600"/>
              <a:t> </a:t>
            </a:r>
            <a:r>
              <a:rPr lang="en-US" sz="1600" err="1"/>
              <a:t>dokumentteja</a:t>
            </a:r>
            <a:r>
              <a:rPr lang="en-US" sz="1600"/>
              <a:t> ja </a:t>
            </a:r>
            <a:r>
              <a:rPr lang="en-US" sz="1600" err="1"/>
              <a:t>viestimään</a:t>
            </a:r>
            <a:r>
              <a:rPr lang="en-US" sz="1600"/>
              <a:t> </a:t>
            </a:r>
            <a:r>
              <a:rPr lang="en-US" sz="1600" err="1"/>
              <a:t>suullisesti</a:t>
            </a:r>
            <a:r>
              <a:rPr lang="en-US" sz="1600"/>
              <a:t> ja </a:t>
            </a:r>
            <a:r>
              <a:rPr lang="en-US" sz="1600" err="1"/>
              <a:t>kirjallisesti</a:t>
            </a:r>
            <a:r>
              <a:rPr lang="en-US" sz="1600"/>
              <a:t>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- </a:t>
            </a:r>
            <a:r>
              <a:rPr lang="en-US" sz="1600" err="1"/>
              <a:t>Osata</a:t>
            </a:r>
            <a:r>
              <a:rPr lang="en-US" sz="1600"/>
              <a:t> </a:t>
            </a:r>
            <a:r>
              <a:rPr lang="en-US" sz="1600" err="1"/>
              <a:t>tulkita</a:t>
            </a:r>
            <a:r>
              <a:rPr lang="en-US" sz="1600"/>
              <a:t> ja </a:t>
            </a:r>
            <a:r>
              <a:rPr lang="en-US" sz="1600" err="1"/>
              <a:t>laatia</a:t>
            </a:r>
            <a:r>
              <a:rPr lang="en-US" sz="1600"/>
              <a:t> </a:t>
            </a:r>
            <a:r>
              <a:rPr lang="en-US" sz="1600" err="1"/>
              <a:t>mallinnuskielen</a:t>
            </a:r>
            <a:r>
              <a:rPr lang="en-US" sz="1600"/>
              <a:t> </a:t>
            </a:r>
            <a:r>
              <a:rPr lang="en-US" sz="1600" err="1"/>
              <a:t>kaaviota</a:t>
            </a:r>
            <a:r>
              <a:rPr lang="en-US" sz="1600"/>
              <a:t> </a:t>
            </a:r>
            <a:r>
              <a:rPr lang="en-US" sz="1600" err="1"/>
              <a:t>eri</a:t>
            </a:r>
            <a:r>
              <a:rPr lang="en-US" sz="1600"/>
              <a:t> </a:t>
            </a:r>
            <a:r>
              <a:rPr lang="en-US" sz="1600" err="1"/>
              <a:t>vaiheissa</a:t>
            </a:r>
            <a:r>
              <a:rPr lang="en-US" sz="1600"/>
              <a:t> ja </a:t>
            </a:r>
            <a:r>
              <a:rPr lang="en-US" sz="1600" err="1"/>
              <a:t>osata</a:t>
            </a:r>
            <a:r>
              <a:rPr lang="en-US" sz="1600"/>
              <a:t> </a:t>
            </a:r>
            <a:r>
              <a:rPr lang="en-US" sz="1600" err="1"/>
              <a:t>kirjoittaa</a:t>
            </a:r>
            <a:r>
              <a:rPr lang="en-US" sz="1600"/>
              <a:t> </a:t>
            </a:r>
            <a:r>
              <a:rPr lang="en-US" sz="1600" err="1"/>
              <a:t>ohjelmakoodia</a:t>
            </a:r>
            <a:r>
              <a:rPr lang="en-US" sz="1600"/>
              <a:t> </a:t>
            </a:r>
            <a:r>
              <a:rPr lang="en-US" sz="1600" err="1"/>
              <a:t>kaavioden</a:t>
            </a:r>
            <a:r>
              <a:rPr lang="en-US" sz="1600"/>
              <a:t>  </a:t>
            </a:r>
            <a:r>
              <a:rPr lang="en-US" sz="1600" err="1"/>
              <a:t>pohjalta</a:t>
            </a:r>
            <a:r>
              <a:rPr lang="en-US" sz="1600"/>
              <a:t>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- </a:t>
            </a:r>
            <a:r>
              <a:rPr lang="en-US" sz="1600" err="1"/>
              <a:t>Osata</a:t>
            </a:r>
            <a:r>
              <a:rPr lang="en-US" sz="1600"/>
              <a:t> </a:t>
            </a:r>
            <a:r>
              <a:rPr lang="en-US" sz="1600" err="1"/>
              <a:t>suunnitella</a:t>
            </a:r>
            <a:r>
              <a:rPr lang="en-US" sz="1600"/>
              <a:t> ja </a:t>
            </a:r>
            <a:r>
              <a:rPr lang="en-US" sz="1600" err="1"/>
              <a:t>toteuttaa</a:t>
            </a:r>
            <a:r>
              <a:rPr lang="en-US" sz="1600"/>
              <a:t> </a:t>
            </a:r>
            <a:r>
              <a:rPr lang="en-US" sz="1600" err="1"/>
              <a:t>graafisen</a:t>
            </a:r>
            <a:r>
              <a:rPr lang="en-US" sz="1600"/>
              <a:t> </a:t>
            </a:r>
            <a:r>
              <a:rPr lang="en-US" sz="1600" err="1"/>
              <a:t>sovelluksen</a:t>
            </a:r>
            <a:r>
              <a:rPr lang="en-US" sz="1600"/>
              <a:t> </a:t>
            </a:r>
            <a:r>
              <a:rPr lang="en-US" sz="1600" err="1"/>
              <a:t>oliopohjaisen</a:t>
            </a:r>
            <a:r>
              <a:rPr lang="en-US" sz="1600"/>
              <a:t> </a:t>
            </a:r>
            <a:r>
              <a:rPr lang="en-US" sz="1600" err="1"/>
              <a:t>luokkakirjaston</a:t>
            </a:r>
            <a:r>
              <a:rPr lang="en-US" sz="1600"/>
              <a:t> </a:t>
            </a:r>
            <a:r>
              <a:rPr lang="en-US" sz="1600" err="1"/>
              <a:t>mukaisesti</a:t>
            </a:r>
            <a:r>
              <a:rPr lang="en-US" sz="1600"/>
              <a:t> ja </a:t>
            </a:r>
            <a:r>
              <a:rPr lang="en-US" sz="1600" err="1"/>
              <a:t>osata</a:t>
            </a:r>
            <a:r>
              <a:rPr lang="en-US" sz="1600"/>
              <a:t> </a:t>
            </a:r>
            <a:r>
              <a:rPr lang="en-US" sz="1600" err="1"/>
              <a:t>suunnitella</a:t>
            </a:r>
            <a:r>
              <a:rPr lang="en-US" sz="1600"/>
              <a:t> </a:t>
            </a:r>
            <a:r>
              <a:rPr lang="en-US" sz="1600" err="1"/>
              <a:t>tietokanta</a:t>
            </a:r>
            <a:r>
              <a:rPr lang="en-US" sz="1600"/>
              <a:t>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- Oppia </a:t>
            </a:r>
            <a:r>
              <a:rPr lang="en-US" sz="1600" err="1"/>
              <a:t>työskentelemään</a:t>
            </a:r>
            <a:r>
              <a:rPr lang="en-US" sz="1600"/>
              <a:t> </a:t>
            </a:r>
            <a:r>
              <a:rPr lang="en-US" sz="1600" err="1"/>
              <a:t>ryhmässä</a:t>
            </a:r>
            <a:r>
              <a:rPr lang="en-US" sz="1600"/>
              <a:t> ja </a:t>
            </a:r>
            <a:r>
              <a:rPr lang="en-US" sz="1600" err="1"/>
              <a:t>itsenäisesti</a:t>
            </a:r>
            <a:r>
              <a:rPr lang="en-US" sz="1600"/>
              <a:t>.</a:t>
            </a:r>
            <a:br>
              <a:rPr lang="en-US" sz="1600"/>
            </a:br>
            <a:r>
              <a:rPr lang="en-US" sz="1600"/>
              <a:t>.</a:t>
            </a:r>
            <a:br>
              <a:rPr lang="en-US" sz="1600"/>
            </a:br>
            <a:r>
              <a:rPr lang="en-US" sz="1600"/>
              <a:t>- </a:t>
            </a:r>
            <a:r>
              <a:rPr lang="en-US" sz="1600" err="1"/>
              <a:t>Osata</a:t>
            </a:r>
            <a:r>
              <a:rPr lang="en-US" sz="1600"/>
              <a:t> </a:t>
            </a:r>
            <a:r>
              <a:rPr lang="en-US" sz="1600" err="1"/>
              <a:t>kirjoittaa</a:t>
            </a:r>
            <a:r>
              <a:rPr lang="en-US" sz="1600"/>
              <a:t> </a:t>
            </a:r>
            <a:r>
              <a:rPr lang="en-US" sz="1600" err="1"/>
              <a:t>projektiin</a:t>
            </a:r>
            <a:r>
              <a:rPr lang="en-US" sz="1600"/>
              <a:t> </a:t>
            </a:r>
            <a:r>
              <a:rPr lang="en-US" sz="1600" err="1"/>
              <a:t>liittyviä</a:t>
            </a:r>
            <a:r>
              <a:rPr lang="en-US" sz="1600"/>
              <a:t> </a:t>
            </a:r>
            <a:r>
              <a:rPr lang="en-US" sz="1600" err="1"/>
              <a:t>dokumentteja</a:t>
            </a:r>
            <a:r>
              <a:rPr lang="en-US" sz="1600"/>
              <a:t> </a:t>
            </a:r>
            <a:r>
              <a:rPr lang="en-US" sz="1600" err="1"/>
              <a:t>englanniksi</a:t>
            </a:r>
            <a:r>
              <a:rPr lang="en-US" sz="1600"/>
              <a:t>.</a:t>
            </a:r>
            <a:br>
              <a:rPr lang="en-US" sz="1600"/>
            </a:br>
            <a:br>
              <a:rPr lang="en-US" sz="1600"/>
            </a:br>
            <a:endParaRPr lang="en-US" sz="1600"/>
          </a:p>
        </p:txBody>
      </p:sp>
      <p:pic>
        <p:nvPicPr>
          <p:cNvPr id="59" name="Picture 58" descr="Seinä maalattu, jossa on nuoli ja dartboard">
            <a:extLst>
              <a:ext uri="{FF2B5EF4-FFF2-40B4-BE49-F238E27FC236}">
                <a16:creationId xmlns:a16="http://schemas.microsoft.com/office/drawing/2014/main" id="{AD44D8D0-0A63-7325-95DA-C81D0B5A0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90" r="1" b="1"/>
          <a:stretch>
            <a:fillRect/>
          </a:stretch>
        </p:blipFill>
        <p:spPr>
          <a:xfrm>
            <a:off x="6217920" y="723901"/>
            <a:ext cx="5244454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64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F300A4C-ABA5-938A-D869-7F809AABF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090239"/>
          </a:xfrm>
        </p:spPr>
        <p:txBody>
          <a:bodyPr>
            <a:normAutofit/>
          </a:bodyPr>
          <a:lstStyle/>
          <a:p>
            <a:r>
              <a:rPr lang="fi-FI"/>
              <a:t>Osallistujat ja tehtävät</a:t>
            </a:r>
          </a:p>
        </p:txBody>
      </p:sp>
      <p:sp>
        <p:nvSpPr>
          <p:cNvPr id="65" name="Sisällön paikkamerkki 2">
            <a:extLst>
              <a:ext uri="{FF2B5EF4-FFF2-40B4-BE49-F238E27FC236}">
                <a16:creationId xmlns:a16="http://schemas.microsoft.com/office/drawing/2014/main" id="{50383078-7F14-9B3E-60E5-C8CE6AB2C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4401509" cy="470600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i-FI" sz="1400"/>
              <a:t>Sovellus tehtiin 4 hengen ryhmässä, johon osallistui Valtteri Sippala, Vili </a:t>
            </a:r>
            <a:r>
              <a:rPr lang="fi-FI" sz="1400" err="1"/>
              <a:t>Virnes</a:t>
            </a:r>
            <a:r>
              <a:rPr lang="fi-FI" sz="1400"/>
              <a:t>, Aleksi Jussila ja Santeri Rautio.</a:t>
            </a:r>
            <a:endParaRPr lang="en-US" sz="1400"/>
          </a:p>
          <a:p>
            <a:r>
              <a:rPr lang="fi-FI" sz="1400"/>
              <a:t>Me emme jakaneet tiukkoja vastuu-alueita, vaan tarkoituksena oli että kaikki pääsevät tekemään vähän kaikkea.</a:t>
            </a:r>
            <a:endParaRPr lang="en-US" sz="1400"/>
          </a:p>
          <a:p>
            <a:r>
              <a:rPr lang="fi-FI" sz="1400"/>
              <a:t>Työt aloitettiin laatimalla projektisuunnitelma, jossa sovittiin ryhmän yhteiset tavoitteet.</a:t>
            </a:r>
            <a:endParaRPr lang="en-US" sz="1400"/>
          </a:p>
          <a:p>
            <a:r>
              <a:rPr lang="fi-FI" sz="1400"/>
              <a:t>Seuraavaksi suunnittelimme tietokannan rakenteen ja priorisoimme </a:t>
            </a:r>
            <a:r>
              <a:rPr lang="fi-FI" sz="1400" err="1"/>
              <a:t>backendin</a:t>
            </a:r>
            <a:r>
              <a:rPr lang="fi-FI" sz="1400"/>
              <a:t> toteutuksen. Kun taustatoiminnot olivat kunnossa, siirryimme tekemään </a:t>
            </a:r>
            <a:r>
              <a:rPr lang="fi-FI" sz="1400" err="1"/>
              <a:t>Qt</a:t>
            </a:r>
            <a:r>
              <a:rPr lang="fi-FI" sz="1400"/>
              <a:t>-sovellusta.</a:t>
            </a:r>
            <a:endParaRPr lang="en-US" sz="1400"/>
          </a:p>
          <a:p>
            <a:r>
              <a:rPr lang="fi-FI" sz="1400" err="1"/>
              <a:t>Backend</a:t>
            </a:r>
            <a:r>
              <a:rPr lang="fi-FI" sz="1400"/>
              <a:t> ja tietokanta siirrettiin Linux-palvelimelle </a:t>
            </a:r>
            <a:endParaRPr lang="en-US" sz="1400"/>
          </a:p>
          <a:p>
            <a:r>
              <a:rPr lang="fi-FI" sz="1400"/>
              <a:t>Projektin versionhallinta käytimme GitHubia. Tehtävät jaoimme pieniin osiin </a:t>
            </a:r>
            <a:r>
              <a:rPr lang="fi-FI" sz="1400" err="1"/>
              <a:t>Kanban</a:t>
            </a:r>
            <a:r>
              <a:rPr lang="fi-FI" sz="1400"/>
              <a:t>-taululle.</a:t>
            </a:r>
          </a:p>
          <a:p>
            <a:endParaRPr lang="fi-FI" sz="1400"/>
          </a:p>
          <a:p>
            <a:endParaRPr lang="fi-FI" sz="1300"/>
          </a:p>
          <a:p>
            <a:endParaRPr lang="fi-FI" sz="1300"/>
          </a:p>
          <a:p>
            <a:endParaRPr lang="fi-FI" sz="1300"/>
          </a:p>
        </p:txBody>
      </p:sp>
      <p:pic>
        <p:nvPicPr>
          <p:cNvPr id="68" name="Graphic 6" descr="Valintamerkki">
            <a:extLst>
              <a:ext uri="{FF2B5EF4-FFF2-40B4-BE49-F238E27FC236}">
                <a16:creationId xmlns:a16="http://schemas.microsoft.com/office/drawing/2014/main" id="{E2CD042E-FA04-7040-DC21-92BBB6718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9706" y="1933575"/>
            <a:ext cx="3639872" cy="36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92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A71E4BA-5B48-54EF-4A4C-A3BD1E49E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2" y="350098"/>
            <a:ext cx="10069406" cy="65035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Aleksi Jussila</a:t>
            </a:r>
          </a:p>
          <a:p>
            <a:pPr lvl="1">
              <a:buFont typeface="Courier New,monospace" pitchFamily="34" charset="0"/>
              <a:buChar char="o"/>
            </a:pPr>
            <a:r>
              <a:rPr lang="fi-FI" sz="1400" spc="10" err="1">
                <a:solidFill>
                  <a:srgbClr val="000000"/>
                </a:solidFill>
              </a:rPr>
              <a:t>Qt</a:t>
            </a:r>
            <a:r>
              <a:rPr lang="fi-FI" sz="1400" spc="10">
                <a:solidFill>
                  <a:srgbClr val="000000"/>
                </a:solidFill>
              </a:rPr>
              <a:t>-sovellus: Tilitiedot ja omat tiedot-ikkunat, inaktiivisuusajastin, </a:t>
            </a:r>
            <a:r>
              <a:rPr lang="fi-FI" sz="1400" spc="10" err="1">
                <a:solidFill>
                  <a:srgbClr val="000000"/>
                </a:solidFill>
              </a:rPr>
              <a:t>Api</a:t>
            </a:r>
            <a:r>
              <a:rPr lang="fi-FI" sz="1400" spc="10">
                <a:solidFill>
                  <a:srgbClr val="000000"/>
                </a:solidFill>
              </a:rPr>
              <a:t>-Client ja sovelluksen grafiikka.</a:t>
            </a:r>
            <a:endParaRPr lang="en-US" sz="1400" spc="10">
              <a:solidFill>
                <a:srgbClr val="000000"/>
              </a:solidFill>
            </a:endParaRPr>
          </a:p>
          <a:p>
            <a:pPr lvl="1">
              <a:buFont typeface="Courier New,monospace" pitchFamily="34" charset="0"/>
              <a:buChar char="o"/>
            </a:pPr>
            <a:r>
              <a:rPr lang="fi-FI" sz="1400" spc="10" err="1">
                <a:solidFill>
                  <a:srgbClr val="000000"/>
                </a:solidFill>
              </a:rPr>
              <a:t>Backend</a:t>
            </a:r>
            <a:r>
              <a:rPr lang="fi-FI" sz="1400" spc="10">
                <a:solidFill>
                  <a:srgbClr val="000000"/>
                </a:solidFill>
              </a:rPr>
              <a:t>: Käyttäjän CRUD-operaatiot ja </a:t>
            </a:r>
            <a:r>
              <a:rPr lang="fi-FI" sz="1400" spc="10">
                <a:solidFill>
                  <a:srgbClr val="000000"/>
                </a:solidFill>
                <a:ea typeface="+mn-lt"/>
                <a:cs typeface="+mn-lt"/>
              </a:rPr>
              <a:t>JWT‑autentikoinnin käyttöönotto</a:t>
            </a:r>
            <a:r>
              <a:rPr lang="fi-FI" sz="1400" spc="10">
                <a:solidFill>
                  <a:srgbClr val="000000"/>
                </a:solidFill>
              </a:rPr>
              <a:t>.</a:t>
            </a:r>
            <a:endParaRPr lang="fi-FI" sz="1400">
              <a:solidFill>
                <a:srgbClr val="262626"/>
              </a:solidFill>
            </a:endParaRPr>
          </a:p>
          <a:p>
            <a:pPr lvl="1">
              <a:buFont typeface="Courier New,monospace" pitchFamily="34" charset="0"/>
              <a:buChar char="o"/>
            </a:pPr>
            <a:r>
              <a:rPr lang="fi-FI" sz="1400" spc="10" err="1">
                <a:solidFill>
                  <a:srgbClr val="000000"/>
                </a:solidFill>
              </a:rPr>
              <a:t>Doxygen</a:t>
            </a:r>
            <a:r>
              <a:rPr lang="fi-FI" sz="1400" spc="10">
                <a:solidFill>
                  <a:srgbClr val="000000"/>
                </a:solidFill>
              </a:rPr>
              <a:t> dokumentaatio.</a:t>
            </a:r>
          </a:p>
          <a:p>
            <a:pPr lvl="1">
              <a:buFont typeface="Courier New,monospace" pitchFamily="34" charset="0"/>
              <a:buChar char="o"/>
            </a:pPr>
            <a:r>
              <a:rPr lang="fi-FI" sz="1400" spc="10" err="1">
                <a:solidFill>
                  <a:srgbClr val="000000"/>
                </a:solidFill>
              </a:rPr>
              <a:t>Kanbanin</a:t>
            </a:r>
            <a:r>
              <a:rPr lang="fi-FI" sz="1400" spc="10">
                <a:solidFill>
                  <a:srgbClr val="000000"/>
                </a:solidFill>
              </a:rPr>
              <a:t> luonti.</a:t>
            </a:r>
            <a:endParaRPr lang="fi-FI" sz="1400"/>
          </a:p>
          <a:p>
            <a:r>
              <a:rPr lang="fi-FI"/>
              <a:t>Santeri Rautio</a:t>
            </a:r>
          </a:p>
          <a:p>
            <a:pPr lvl="1">
              <a:buFont typeface="Courier New,monospace" pitchFamily="34" charset="0"/>
              <a:buChar char="o"/>
            </a:pPr>
            <a:r>
              <a:rPr lang="fi-FI" sz="1400" err="1"/>
              <a:t>Qt</a:t>
            </a:r>
            <a:r>
              <a:rPr lang="fi-FI" sz="1400"/>
              <a:t>-sovellus: Rahan nosto-toiminnallisuus ja tilitiedot toiminnallisuus.</a:t>
            </a:r>
            <a:endParaRPr lang="en-US" sz="1400"/>
          </a:p>
          <a:p>
            <a:pPr lvl="1">
              <a:buFont typeface="Courier New,monospace" pitchFamily="34" charset="0"/>
              <a:buChar char="o"/>
            </a:pPr>
            <a:r>
              <a:rPr lang="fi-FI" sz="1400" err="1"/>
              <a:t>Backend</a:t>
            </a:r>
            <a:r>
              <a:rPr lang="fi-FI" sz="1400"/>
              <a:t>: Tilitapahtumien CRUD-operaatiot &amp; talletus.</a:t>
            </a:r>
          </a:p>
          <a:p>
            <a:pPr lvl="1">
              <a:buFont typeface="Courier New,monospace" pitchFamily="34" charset="0"/>
              <a:buChar char="o"/>
            </a:pPr>
            <a:r>
              <a:rPr lang="fi-FI" sz="1400">
                <a:solidFill>
                  <a:srgbClr val="262626"/>
                </a:solidFill>
              </a:rPr>
              <a:t>Linux-palvelimen luominen ja ylläpito</a:t>
            </a:r>
          </a:p>
          <a:p>
            <a:pPr lvl="1">
              <a:buFont typeface="Courier New,monospace" pitchFamily="34" charset="0"/>
              <a:buChar char="o"/>
            </a:pPr>
            <a:r>
              <a:rPr lang="fi-FI" sz="1400" err="1">
                <a:solidFill>
                  <a:srgbClr val="262626"/>
                </a:solidFill>
              </a:rPr>
              <a:t>Backendin</a:t>
            </a:r>
            <a:r>
              <a:rPr lang="fi-FI" sz="1400">
                <a:solidFill>
                  <a:srgbClr val="262626"/>
                </a:solidFill>
              </a:rPr>
              <a:t> rakentamien Linux-palvelimelle Dockerin ja CI/CD putken avulla</a:t>
            </a:r>
          </a:p>
          <a:p>
            <a:pPr lvl="1">
              <a:buFont typeface="Courier New,monospace" pitchFamily="34" charset="0"/>
              <a:buChar char="o"/>
            </a:pPr>
            <a:r>
              <a:rPr lang="fi-FI" sz="1400">
                <a:solidFill>
                  <a:srgbClr val="262626"/>
                </a:solidFill>
              </a:rPr>
              <a:t>Tietokanta: Rahan talletus funktio.</a:t>
            </a:r>
          </a:p>
          <a:p>
            <a:r>
              <a:rPr lang="fi-FI"/>
              <a:t>Vili </a:t>
            </a:r>
            <a:r>
              <a:rPr lang="fi-FI" err="1"/>
              <a:t>Virnes</a:t>
            </a:r>
            <a:endParaRPr lang="fi-FI"/>
          </a:p>
          <a:p>
            <a:pPr lvl="1">
              <a:buFont typeface="Courier New" pitchFamily="34" charset="0"/>
              <a:buChar char="o"/>
            </a:pPr>
            <a:r>
              <a:rPr lang="fi-FI" sz="1400" spc="10" err="1">
                <a:solidFill>
                  <a:srgbClr val="000000"/>
                </a:solidFill>
              </a:rPr>
              <a:t>Qt</a:t>
            </a:r>
            <a:r>
              <a:rPr lang="fi-FI" sz="1400" spc="10">
                <a:solidFill>
                  <a:srgbClr val="000000"/>
                </a:solidFill>
              </a:rPr>
              <a:t>-sovellus: Kirjaudu ikkunaa, siirto-toiminnallisuus, kirjautumisajastin.</a:t>
            </a:r>
          </a:p>
          <a:p>
            <a:pPr lvl="1">
              <a:buFont typeface="Courier New" pitchFamily="34" charset="0"/>
              <a:buChar char="o"/>
            </a:pPr>
            <a:r>
              <a:rPr lang="fi-FI" sz="1400" spc="10" err="1">
                <a:solidFill>
                  <a:srgbClr val="000000"/>
                </a:solidFill>
              </a:rPr>
              <a:t>Backend</a:t>
            </a:r>
            <a:r>
              <a:rPr lang="fi-FI" sz="1400" spc="10">
                <a:solidFill>
                  <a:srgbClr val="000000"/>
                </a:solidFill>
              </a:rPr>
              <a:t>: Tili ja kortti-tili taulun CRUD operaatiot ja kirjautumisyritykset.</a:t>
            </a:r>
          </a:p>
          <a:p>
            <a:pPr lvl="1">
              <a:buFont typeface="Courier New" pitchFamily="34" charset="0"/>
              <a:buChar char="o"/>
            </a:pPr>
            <a:r>
              <a:rPr lang="fi-FI" sz="1400" spc="10">
                <a:solidFill>
                  <a:srgbClr val="000000"/>
                </a:solidFill>
              </a:rPr>
              <a:t>Tietokanta: Rahan siirto funktio.</a:t>
            </a:r>
            <a:endParaRPr lang="fi-FI" sz="1400"/>
          </a:p>
          <a:p>
            <a:r>
              <a:rPr lang="fi-FI"/>
              <a:t>Valtteri Sippala</a:t>
            </a:r>
          </a:p>
          <a:p>
            <a:pPr lvl="1">
              <a:buFont typeface="Courier New" pitchFamily="34" charset="0"/>
              <a:buChar char="o"/>
            </a:pPr>
            <a:r>
              <a:rPr lang="fi-FI" sz="1400" spc="10" err="1">
                <a:solidFill>
                  <a:srgbClr val="000000"/>
                </a:solidFill>
              </a:rPr>
              <a:t>Qt</a:t>
            </a:r>
            <a:r>
              <a:rPr lang="fi-FI" sz="1400" spc="10">
                <a:solidFill>
                  <a:srgbClr val="000000"/>
                </a:solidFill>
              </a:rPr>
              <a:t>-sovellus: tilin valinta-ikkuna, rahan talletus-toiminnallisuus, kirjaudu ikkunaa.</a:t>
            </a:r>
          </a:p>
          <a:p>
            <a:pPr lvl="1">
              <a:buFont typeface="Courier New" pitchFamily="34" charset="0"/>
              <a:buChar char="o"/>
            </a:pPr>
            <a:r>
              <a:rPr lang="fi-FI" sz="1400" spc="10" err="1">
                <a:solidFill>
                  <a:srgbClr val="000000"/>
                </a:solidFill>
              </a:rPr>
              <a:t>Backend</a:t>
            </a:r>
            <a:r>
              <a:rPr lang="fi-FI" sz="1400" spc="10">
                <a:solidFill>
                  <a:srgbClr val="000000"/>
                </a:solidFill>
              </a:rPr>
              <a:t>: Kortin CRUD-operaatiot, kirjautuminen ja nosto.</a:t>
            </a:r>
          </a:p>
          <a:p>
            <a:pPr lvl="1">
              <a:buFont typeface="Courier New" pitchFamily="34" charset="0"/>
              <a:buChar char="o"/>
            </a:pPr>
            <a:r>
              <a:rPr lang="fi-FI" sz="1400" spc="10">
                <a:solidFill>
                  <a:srgbClr val="000000"/>
                </a:solidFill>
              </a:rPr>
              <a:t>Tietokanta: Rahan nosto funktio.</a:t>
            </a:r>
          </a:p>
          <a:p>
            <a:pPr lvl="1">
              <a:buFont typeface="Courier New" pitchFamily="34" charset="0"/>
              <a:buChar char="o"/>
            </a:pPr>
            <a:r>
              <a:rPr lang="fi-FI" sz="1400" spc="10" err="1">
                <a:solidFill>
                  <a:srgbClr val="000000"/>
                </a:solidFill>
              </a:rPr>
              <a:t>README:tä</a:t>
            </a:r>
            <a:r>
              <a:rPr lang="fi-FI" sz="1400" spc="10">
                <a:solidFill>
                  <a:srgbClr val="000000"/>
                </a:solidFill>
              </a:rPr>
              <a:t> värkkäsin paljon</a:t>
            </a:r>
          </a:p>
          <a:p>
            <a:pPr lvl="1">
              <a:buFont typeface="Courier New" pitchFamily="34" charset="0"/>
              <a:buChar char="o"/>
            </a:pPr>
            <a:endParaRPr lang="fi-FI" spc="1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71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633-2A86-EE17-122D-EE9236BC9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Hyvää</a:t>
            </a:r>
            <a:r>
              <a:rPr lang="en-US"/>
              <a:t> ja </a:t>
            </a:r>
            <a:r>
              <a:rPr lang="en-US" err="1"/>
              <a:t>huonoa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B4431-2404-7D7D-2038-5A7F74B83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err="1"/>
              <a:t>Hyvää</a:t>
            </a:r>
            <a:r>
              <a:rPr lang="en-US">
                <a:solidFill>
                  <a:srgbClr val="000000"/>
                </a:solidFill>
              </a:rPr>
              <a:t>: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400" err="1">
                <a:solidFill>
                  <a:srgbClr val="000000"/>
                </a:solidFill>
              </a:rPr>
              <a:t>Ryhmän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 sz="1400" err="1">
                <a:solidFill>
                  <a:srgbClr val="000000"/>
                </a:solidFill>
              </a:rPr>
              <a:t>yhteistyö</a:t>
            </a:r>
            <a:r>
              <a:rPr lang="en-US" sz="1400">
                <a:solidFill>
                  <a:srgbClr val="000000"/>
                </a:solidFill>
              </a:rPr>
              <a:t> </a:t>
            </a:r>
            <a:r>
              <a:rPr lang="en-US" sz="1400" err="1">
                <a:solidFill>
                  <a:srgbClr val="000000"/>
                </a:solidFill>
              </a:rPr>
              <a:t>pelasi</a:t>
            </a:r>
            <a:r>
              <a:rPr lang="en-US" sz="1400">
                <a:solidFill>
                  <a:srgbClr val="000000"/>
                </a:solidFill>
              </a:rPr>
              <a:t>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400" err="1">
                <a:solidFill>
                  <a:srgbClr val="000000"/>
                </a:solidFill>
              </a:rPr>
              <a:t>Mielenkiintoinen</a:t>
            </a:r>
            <a:r>
              <a:rPr lang="en-US" sz="1400">
                <a:solidFill>
                  <a:srgbClr val="000000"/>
                </a:solidFill>
              </a:rPr>
              <a:t> &amp; </a:t>
            </a:r>
            <a:r>
              <a:rPr lang="en-US" sz="1400" err="1">
                <a:solidFill>
                  <a:srgbClr val="000000"/>
                </a:solidFill>
              </a:rPr>
              <a:t>opettavainen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 sz="1400" err="1">
                <a:solidFill>
                  <a:srgbClr val="000000"/>
                </a:solidFill>
              </a:rPr>
              <a:t>projekti</a:t>
            </a:r>
            <a:r>
              <a:rPr lang="en-US" sz="1400">
                <a:solidFill>
                  <a:srgbClr val="000000"/>
                </a:solidFill>
              </a:rPr>
              <a:t>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400" err="1">
                <a:solidFill>
                  <a:srgbClr val="000000"/>
                </a:solidFill>
              </a:rPr>
              <a:t>Opetti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 sz="1400" err="1">
                <a:solidFill>
                  <a:srgbClr val="000000"/>
                </a:solidFill>
              </a:rPr>
              <a:t>paljon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 sz="1400" err="1">
                <a:solidFill>
                  <a:srgbClr val="000000"/>
                </a:solidFill>
              </a:rPr>
              <a:t>versiohallinnasta</a:t>
            </a:r>
            <a:r>
              <a:rPr lang="en-US" sz="1400">
                <a:solidFill>
                  <a:srgbClr val="000000"/>
                </a:solidFill>
              </a:rPr>
              <a:t> ja </a:t>
            </a:r>
            <a:r>
              <a:rPr lang="en-US" sz="1400" err="1">
                <a:solidFill>
                  <a:srgbClr val="000000"/>
                </a:solidFill>
              </a:rPr>
              <a:t>ryhmätyöskentelystä</a:t>
            </a:r>
            <a:endParaRPr lang="en-US" sz="1400">
              <a:solidFill>
                <a:srgbClr val="000000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endParaRPr lang="en-US">
              <a:solidFill>
                <a:srgbClr val="000000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err="1">
                <a:solidFill>
                  <a:srgbClr val="000000"/>
                </a:solidFill>
              </a:rPr>
              <a:t>Huonoa</a:t>
            </a:r>
            <a:r>
              <a:rPr lang="en-US">
                <a:solidFill>
                  <a:srgbClr val="000000"/>
                </a:solidFill>
              </a:rPr>
              <a:t>:</a:t>
            </a:r>
            <a:endParaRPr lang="en-US" sz="4000">
              <a:solidFill>
                <a:srgbClr val="000000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1400" err="1">
                <a:solidFill>
                  <a:srgbClr val="000000"/>
                </a:solidFill>
              </a:rPr>
              <a:t>Työläät</a:t>
            </a:r>
            <a:r>
              <a:rPr lang="en-US" sz="1400">
                <a:solidFill>
                  <a:srgbClr val="000000"/>
                </a:solidFill>
              </a:rPr>
              <a:t> </a:t>
            </a:r>
            <a:r>
              <a:rPr lang="en-US" sz="1400" err="1">
                <a:solidFill>
                  <a:srgbClr val="000000"/>
                </a:solidFill>
              </a:rPr>
              <a:t>dokumentaatiot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400" err="1">
                <a:solidFill>
                  <a:srgbClr val="000000"/>
                </a:solidFill>
              </a:rPr>
              <a:t>Vähän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 sz="1400" err="1">
                <a:solidFill>
                  <a:srgbClr val="000000"/>
                </a:solidFill>
              </a:rPr>
              <a:t>epäselvää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 sz="1400" err="1">
                <a:solidFill>
                  <a:srgbClr val="000000"/>
                </a:solidFill>
              </a:rPr>
              <a:t>milloin</a:t>
            </a:r>
            <a:r>
              <a:rPr lang="en-US" sz="1400">
                <a:solidFill>
                  <a:srgbClr val="000000"/>
                </a:solidFill>
              </a:rPr>
              <a:t> </a:t>
            </a:r>
            <a:r>
              <a:rPr lang="en-US" sz="1400" err="1">
                <a:solidFill>
                  <a:srgbClr val="000000"/>
                </a:solidFill>
              </a:rPr>
              <a:t>oli</a:t>
            </a:r>
            <a:r>
              <a:rPr lang="en-US" sz="1400">
                <a:solidFill>
                  <a:srgbClr val="000000"/>
                </a:solidFill>
              </a:rPr>
              <a:t> </a:t>
            </a:r>
            <a:r>
              <a:rPr lang="en-US" sz="1400" err="1">
                <a:solidFill>
                  <a:srgbClr val="000000"/>
                </a:solidFill>
              </a:rPr>
              <a:t>luennot</a:t>
            </a:r>
            <a:endParaRPr lang="en-US" sz="1400">
              <a:solidFill>
                <a:srgbClr val="000000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endParaRPr lang="en-US">
              <a:solidFill>
                <a:srgbClr val="000000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endParaRPr lang="en-US" sz="4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67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uut ja joki">
            <a:extLst>
              <a:ext uri="{FF2B5EF4-FFF2-40B4-BE49-F238E27FC236}">
                <a16:creationId xmlns:a16="http://schemas.microsoft.com/office/drawing/2014/main" id="{E2041EF2-14C4-7313-1E4D-BFF639C288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67" b="9463"/>
          <a:stretch>
            <a:fillRect/>
          </a:stretch>
        </p:blipFill>
        <p:spPr>
          <a:xfrm>
            <a:off x="-2498" y="-2634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BB794A-FB74-CC89-2E9F-89ED32F4F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140239"/>
            <a:ext cx="5042916" cy="8452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Kanban</a:t>
            </a:r>
          </a:p>
        </p:txBody>
      </p:sp>
      <p:pic>
        <p:nvPicPr>
          <p:cNvPr id="6" name="Sisällön paikkamerkki 5" descr="Kuva, joka sisältää kohteen teksti, kuvakaappaus, ohjelmisto, Multimediaohjelmisto&#10;&#10;Tekoälyllä luotu sisältö saattaa olla virheellistä.">
            <a:extLst>
              <a:ext uri="{FF2B5EF4-FFF2-40B4-BE49-F238E27FC236}">
                <a16:creationId xmlns:a16="http://schemas.microsoft.com/office/drawing/2014/main" id="{91D7E5F1-F76B-190E-6F8A-C5E98AD94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56892" y="977900"/>
            <a:ext cx="9232241" cy="587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85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FF964-70A8-D888-0D4A-D3233F5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" y="901"/>
            <a:ext cx="10283452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DOXYGEN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F1850-0D52-1D29-2CDA-5F6B0CAD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1013" y="108758"/>
            <a:ext cx="4576765" cy="1627916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0" indent="0">
              <a:buNone/>
            </a:pPr>
            <a:r>
              <a:rPr lang="en-US" sz="2200"/>
              <a:t> 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err="1">
                <a:ea typeface="+mn-lt"/>
                <a:cs typeface="+mn-lt"/>
              </a:rPr>
              <a:t>Doxygen</a:t>
            </a:r>
            <a:r>
              <a:rPr lang="en-US" sz="1400">
                <a:ea typeface="+mn-lt"/>
                <a:cs typeface="+mn-lt"/>
              </a:rPr>
              <a:t> on </a:t>
            </a:r>
            <a:r>
              <a:rPr lang="en-US" sz="1400" err="1">
                <a:ea typeface="+mn-lt"/>
                <a:cs typeface="+mn-lt"/>
              </a:rPr>
              <a:t>työkalu</a:t>
            </a:r>
            <a:r>
              <a:rPr lang="en-US" sz="1400">
                <a:ea typeface="+mn-lt"/>
                <a:cs typeface="+mn-lt"/>
              </a:rPr>
              <a:t>, </a:t>
            </a:r>
            <a:r>
              <a:rPr lang="en-US" sz="1400" err="1">
                <a:ea typeface="+mn-lt"/>
                <a:cs typeface="+mn-lt"/>
              </a:rPr>
              <a:t>joka</a:t>
            </a:r>
            <a:r>
              <a:rPr lang="en-US" sz="1400">
                <a:ea typeface="+mn-lt"/>
                <a:cs typeface="+mn-lt"/>
              </a:rPr>
              <a:t>: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lukee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koodiin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kirjoitetut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kommentit</a:t>
            </a:r>
            <a:endParaRPr lang="en-US" sz="1400"/>
          </a:p>
          <a:p>
            <a:r>
              <a:rPr lang="en-US" sz="1400" err="1">
                <a:ea typeface="+mn-lt"/>
                <a:cs typeface="+mn-lt"/>
              </a:rPr>
              <a:t>muuttaa</a:t>
            </a:r>
            <a:r>
              <a:rPr lang="en-US" sz="1400">
                <a:ea typeface="+mn-lt"/>
                <a:cs typeface="+mn-lt"/>
              </a:rPr>
              <a:t> ne </a:t>
            </a:r>
            <a:r>
              <a:rPr lang="en-US" sz="1400" err="1">
                <a:ea typeface="+mn-lt"/>
                <a:cs typeface="+mn-lt"/>
              </a:rPr>
              <a:t>automaattisesti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dokumentaatioksi</a:t>
            </a:r>
            <a:endParaRPr lang="en-US" sz="1400" err="1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42AB9-CA7D-8DB3-48C2-DBCD219E5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3" y="1279713"/>
            <a:ext cx="10734373" cy="558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080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68C397E-C9BC-4DE8-986D-204E427AD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F4183-AC0C-1DB7-E35F-45E6A5150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36023"/>
            <a:ext cx="2718788" cy="518377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300">
                <a:solidFill>
                  <a:srgbClr val="FFFFFF"/>
                </a:solidFill>
              </a:rPr>
              <a:t>Lisäominaisuudet: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416430D6-87E1-55BE-0802-28CBF01CB3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5738030"/>
              </p:ext>
            </p:extLst>
          </p:nvPr>
        </p:nvGraphicFramePr>
        <p:xfrm>
          <a:off x="4658815" y="804672"/>
          <a:ext cx="5990136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8531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sällön paikkamerkki 3" descr="Kuva, joka sisältää kohteen teksti, elektroniikka, kuvakaappaus, Verkkosivusto&#10;&#10;Tekoälyllä luotu sisältö saattaa olla virheellistä.">
            <a:extLst>
              <a:ext uri="{FF2B5EF4-FFF2-40B4-BE49-F238E27FC236}">
                <a16:creationId xmlns:a16="http://schemas.microsoft.com/office/drawing/2014/main" id="{A53C9FD4-B1BE-30E2-BFA0-A9632AA11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8057" y="215154"/>
            <a:ext cx="4982579" cy="652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252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View</vt:lpstr>
      <vt:lpstr>Pankkiautomaatti</vt:lpstr>
      <vt:lpstr>Tavoitteet:  - Tunnistaa ja ymmärtää ohjelmistokehityksen perusvaiheet.  - Tietää eri vaiheiden merkitykset ja erot.  - Osata laatia tarvittavia dokumentteja ja viestimään suullisesti ja kirjallisesti.  - Osata tulkita ja laatia mallinnuskielen kaaviota eri vaiheissa ja osata kirjoittaa ohjelmakoodia kaavioden  pohjalta.  - Osata suunnitella ja toteuttaa graafisen sovelluksen oliopohjaisen luokkakirjaston mukaisesti ja osata suunnitella tietokanta.  - Oppia työskentelemään ryhmässä ja itsenäisesti. . - Osata kirjoittaa projektiin liittyviä dokumentteja englanniksi.  </vt:lpstr>
      <vt:lpstr>Osallistujat ja tehtävät</vt:lpstr>
      <vt:lpstr>PowerPoint Presentation</vt:lpstr>
      <vt:lpstr>Hyvää ja huonoa</vt:lpstr>
      <vt:lpstr>Kanban</vt:lpstr>
      <vt:lpstr>DOXYGEN</vt:lpstr>
      <vt:lpstr>Lisäominaisuudet: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2026-02-09T10:03:17Z</dcterms:created>
  <dcterms:modified xsi:type="dcterms:W3CDTF">2026-02-14T07:45:19Z</dcterms:modified>
</cp:coreProperties>
</file>