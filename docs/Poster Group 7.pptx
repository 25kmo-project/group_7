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6"/>
  </p:notesMasterIdLst>
  <p:handoutMasterIdLst>
    <p:handoutMasterId r:id="rId7"/>
  </p:handoutMasterIdLst>
  <p:sldIdLst>
    <p:sldId id="265" r:id="rId5"/>
  </p:sldIdLst>
  <p:sldSz cx="9601200" cy="12801600" type="A3"/>
  <p:notesSz cx="6888163" cy="10020300"/>
  <p:defaultTextStyle>
    <a:defPPr>
      <a:defRPr lang="fi-FI"/>
    </a:defPPr>
    <a:lvl1pPr marL="0" algn="l" defTabSz="610956" rtl="0" eaLnBrk="1" latinLnBrk="0" hangingPunct="1">
      <a:defRPr sz="2400" kern="1200">
        <a:solidFill>
          <a:schemeClr val="tx1"/>
        </a:solidFill>
        <a:latin typeface="+mn-lt"/>
        <a:ea typeface="+mn-ea"/>
        <a:cs typeface="+mn-cs"/>
      </a:defRPr>
    </a:lvl1pPr>
    <a:lvl2pPr marL="610956" algn="l" defTabSz="610956" rtl="0" eaLnBrk="1" latinLnBrk="0" hangingPunct="1">
      <a:defRPr sz="2400" kern="1200">
        <a:solidFill>
          <a:schemeClr val="tx1"/>
        </a:solidFill>
        <a:latin typeface="+mn-lt"/>
        <a:ea typeface="+mn-ea"/>
        <a:cs typeface="+mn-cs"/>
      </a:defRPr>
    </a:lvl2pPr>
    <a:lvl3pPr marL="1221913" algn="l" defTabSz="610956" rtl="0" eaLnBrk="1" latinLnBrk="0" hangingPunct="1">
      <a:defRPr sz="2400" kern="1200">
        <a:solidFill>
          <a:schemeClr val="tx1"/>
        </a:solidFill>
        <a:latin typeface="+mn-lt"/>
        <a:ea typeface="+mn-ea"/>
        <a:cs typeface="+mn-cs"/>
      </a:defRPr>
    </a:lvl3pPr>
    <a:lvl4pPr marL="1832869" algn="l" defTabSz="610956" rtl="0" eaLnBrk="1" latinLnBrk="0" hangingPunct="1">
      <a:defRPr sz="2400" kern="1200">
        <a:solidFill>
          <a:schemeClr val="tx1"/>
        </a:solidFill>
        <a:latin typeface="+mn-lt"/>
        <a:ea typeface="+mn-ea"/>
        <a:cs typeface="+mn-cs"/>
      </a:defRPr>
    </a:lvl4pPr>
    <a:lvl5pPr marL="2443825" algn="l" defTabSz="610956" rtl="0" eaLnBrk="1" latinLnBrk="0" hangingPunct="1">
      <a:defRPr sz="2400" kern="1200">
        <a:solidFill>
          <a:schemeClr val="tx1"/>
        </a:solidFill>
        <a:latin typeface="+mn-lt"/>
        <a:ea typeface="+mn-ea"/>
        <a:cs typeface="+mn-cs"/>
      </a:defRPr>
    </a:lvl5pPr>
    <a:lvl6pPr marL="3054782" algn="l" defTabSz="610956" rtl="0" eaLnBrk="1" latinLnBrk="0" hangingPunct="1">
      <a:defRPr sz="2400" kern="1200">
        <a:solidFill>
          <a:schemeClr val="tx1"/>
        </a:solidFill>
        <a:latin typeface="+mn-lt"/>
        <a:ea typeface="+mn-ea"/>
        <a:cs typeface="+mn-cs"/>
      </a:defRPr>
    </a:lvl6pPr>
    <a:lvl7pPr marL="3665738" algn="l" defTabSz="610956" rtl="0" eaLnBrk="1" latinLnBrk="0" hangingPunct="1">
      <a:defRPr sz="2400" kern="1200">
        <a:solidFill>
          <a:schemeClr val="tx1"/>
        </a:solidFill>
        <a:latin typeface="+mn-lt"/>
        <a:ea typeface="+mn-ea"/>
        <a:cs typeface="+mn-cs"/>
      </a:defRPr>
    </a:lvl7pPr>
    <a:lvl8pPr marL="4276695" algn="l" defTabSz="610956" rtl="0" eaLnBrk="1" latinLnBrk="0" hangingPunct="1">
      <a:defRPr sz="2400" kern="1200">
        <a:solidFill>
          <a:schemeClr val="tx1"/>
        </a:solidFill>
        <a:latin typeface="+mn-lt"/>
        <a:ea typeface="+mn-ea"/>
        <a:cs typeface="+mn-cs"/>
      </a:defRPr>
    </a:lvl8pPr>
    <a:lvl9pPr marL="4887651" algn="l" defTabSz="610956"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1">
          <p15:clr>
            <a:srgbClr val="A4A3A4"/>
          </p15:clr>
        </p15:guide>
        <p15:guide id="2" pos="6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6FE5C-D61F-425E-A077-0FB66565F8D8}" v="1335" vWet="1336" dt="2026-02-13T12:08:01.992"/>
    <p1510:client id="{BE4D0B25-AB8C-E092-A025-F075BA09C1C8}" v="982" dt="2026-02-13T12:04:27.273"/>
    <p1510:client id="{DAEF855D-0D27-9987-17F9-150657548680}" v="63" dt="2026-02-13T11:39:47.036"/>
    <p1510:client id="{F4AB1B42-77BC-2822-7779-B4D8E3C4F510}" v="1" dt="2026-02-13T12:45:06.147"/>
    <p1510:client id="{F5129195-7E70-C4BC-46DB-5239BAFCF6FC}" v="657" dt="2026-02-13T12:09:01.0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21"/>
        <p:guide pos="679"/>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li Virnes" userId="S::vvirnes24@students.oamk.fi::acb68275-c19f-4c6c-8c5d-1645bf6c3837" providerId="AD" clId="Web-{F4AB1B42-77BC-2822-7779-B4D8E3C4F510}"/>
    <pc:docChg chg="modSld">
      <pc:chgData name="Vili Virnes" userId="S::vvirnes24@students.oamk.fi::acb68275-c19f-4c6c-8c5d-1645bf6c3837" providerId="AD" clId="Web-{F4AB1B42-77BC-2822-7779-B4D8E3C4F510}" dt="2026-02-13T12:45:06.147" v="0"/>
      <pc:docMkLst>
        <pc:docMk/>
      </pc:docMkLst>
      <pc:sldChg chg="mod modShow">
        <pc:chgData name="Vili Virnes" userId="S::vvirnes24@students.oamk.fi::acb68275-c19f-4c6c-8c5d-1645bf6c3837" providerId="AD" clId="Web-{F4AB1B42-77BC-2822-7779-B4D8E3C4F510}" dt="2026-02-13T12:45:06.147" v="0"/>
        <pc:sldMkLst>
          <pc:docMk/>
          <pc:sldMk cId="0" sldId="26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fi-FI"/>
          </a:p>
        </p:txBody>
      </p:sp>
      <p:sp>
        <p:nvSpPr>
          <p:cNvPr id="3" name="Päivämäärän paikkamerkki 2"/>
          <p:cNvSpPr>
            <a:spLocks noGrp="1"/>
          </p:cNvSpPr>
          <p:nvPr>
            <p:ph type="dt" sz="quarter" idx="1"/>
          </p:nvPr>
        </p:nvSpPr>
        <p:spPr>
          <a:xfrm>
            <a:off x="3901698" y="0"/>
            <a:ext cx="2984871" cy="501015"/>
          </a:xfrm>
          <a:prstGeom prst="rect">
            <a:avLst/>
          </a:prstGeom>
        </p:spPr>
        <p:txBody>
          <a:bodyPr vert="horz" lIns="96616" tIns="48308" rIns="96616" bIns="48308" rtlCol="0"/>
          <a:lstStyle>
            <a:lvl1pPr algn="r">
              <a:defRPr sz="1300"/>
            </a:lvl1pPr>
          </a:lstStyle>
          <a:p>
            <a:fld id="{19EC9BF0-2C59-2C46-BBD9-7948B59DC01B}" type="datetime1">
              <a:rPr lang="fi-FI" smtClean="0"/>
              <a:pPr/>
              <a:t>13.2.2026</a:t>
            </a:fld>
            <a:endParaRPr lang="fi-FI"/>
          </a:p>
        </p:txBody>
      </p:sp>
      <p:sp>
        <p:nvSpPr>
          <p:cNvPr id="4" name="Alatunnisteen paikkamerkki 3"/>
          <p:cNvSpPr>
            <a:spLocks noGrp="1"/>
          </p:cNvSpPr>
          <p:nvPr>
            <p:ph type="ftr" sz="quarter" idx="2"/>
          </p:nvPr>
        </p:nvSpPr>
        <p:spPr>
          <a:xfrm>
            <a:off x="0" y="9517546"/>
            <a:ext cx="2984871" cy="501015"/>
          </a:xfrm>
          <a:prstGeom prst="rect">
            <a:avLst/>
          </a:prstGeom>
        </p:spPr>
        <p:txBody>
          <a:bodyPr vert="horz" lIns="96616" tIns="48308" rIns="96616" bIns="48308" rtlCol="0" anchor="b"/>
          <a:lstStyle>
            <a:lvl1pPr algn="l">
              <a:defRPr sz="1300"/>
            </a:lvl1pPr>
          </a:lstStyle>
          <a:p>
            <a:endParaRPr lang="fi-FI"/>
          </a:p>
        </p:txBody>
      </p:sp>
      <p:sp>
        <p:nvSpPr>
          <p:cNvPr id="5" name="Dian numeron paikkamerkki 4"/>
          <p:cNvSpPr>
            <a:spLocks noGrp="1"/>
          </p:cNvSpPr>
          <p:nvPr>
            <p:ph type="sldNum" sz="quarter" idx="3"/>
          </p:nvPr>
        </p:nvSpPr>
        <p:spPr>
          <a:xfrm>
            <a:off x="3901698" y="9517546"/>
            <a:ext cx="2984871" cy="501015"/>
          </a:xfrm>
          <a:prstGeom prst="rect">
            <a:avLst/>
          </a:prstGeom>
        </p:spPr>
        <p:txBody>
          <a:bodyPr vert="horz" lIns="96616" tIns="48308" rIns="96616" bIns="48308" rtlCol="0" anchor="b"/>
          <a:lstStyle>
            <a:lvl1pPr algn="r">
              <a:defRPr sz="1300"/>
            </a:lvl1pPr>
          </a:lstStyle>
          <a:p>
            <a:fld id="{0FF46C8D-04D7-9749-B301-C990981E0E3C}" type="slidenum">
              <a:rPr lang="fi-FI" smtClean="0"/>
              <a:pPr/>
              <a:t>‹#›</a:t>
            </a:fld>
            <a:endParaRPr lang="fi-FI"/>
          </a:p>
        </p:txBody>
      </p:sp>
    </p:spTree>
    <p:extLst>
      <p:ext uri="{BB962C8B-B14F-4D97-AF65-F5344CB8AC3E}">
        <p14:creationId xmlns:p14="http://schemas.microsoft.com/office/powerpoint/2010/main" val="39189823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fi-FI"/>
          </a:p>
        </p:txBody>
      </p:sp>
      <p:sp>
        <p:nvSpPr>
          <p:cNvPr id="3" name="Päivämäärän paikkamerkki 2"/>
          <p:cNvSpPr>
            <a:spLocks noGrp="1"/>
          </p:cNvSpPr>
          <p:nvPr>
            <p:ph type="dt" idx="1"/>
          </p:nvPr>
        </p:nvSpPr>
        <p:spPr>
          <a:xfrm>
            <a:off x="3901698" y="0"/>
            <a:ext cx="2984871" cy="501015"/>
          </a:xfrm>
          <a:prstGeom prst="rect">
            <a:avLst/>
          </a:prstGeom>
        </p:spPr>
        <p:txBody>
          <a:bodyPr vert="horz" lIns="96616" tIns="48308" rIns="96616" bIns="48308" rtlCol="0"/>
          <a:lstStyle>
            <a:lvl1pPr algn="r">
              <a:defRPr sz="1300"/>
            </a:lvl1pPr>
          </a:lstStyle>
          <a:p>
            <a:fld id="{0E4AA8A8-4D46-BD40-89BF-70B4CBE4D6DF}" type="datetime1">
              <a:rPr lang="fi-FI" smtClean="0"/>
              <a:pPr/>
              <a:t>13.2.2026</a:t>
            </a:fld>
            <a:endParaRPr lang="fi-FI"/>
          </a:p>
        </p:txBody>
      </p:sp>
      <p:sp>
        <p:nvSpPr>
          <p:cNvPr id="4" name="Dian kuvan paikkamerkki 3"/>
          <p:cNvSpPr>
            <a:spLocks noGrp="1" noRot="1" noChangeAspect="1"/>
          </p:cNvSpPr>
          <p:nvPr>
            <p:ph type="sldImg" idx="2"/>
          </p:nvPr>
        </p:nvSpPr>
        <p:spPr>
          <a:xfrm>
            <a:off x="2035175" y="750888"/>
            <a:ext cx="2817813" cy="3757612"/>
          </a:xfrm>
          <a:prstGeom prst="rect">
            <a:avLst/>
          </a:prstGeom>
          <a:noFill/>
          <a:ln w="12700">
            <a:solidFill>
              <a:prstClr val="black"/>
            </a:solidFill>
          </a:ln>
        </p:spPr>
        <p:txBody>
          <a:bodyPr vert="horz" lIns="96616" tIns="48308" rIns="96616" bIns="48308" rtlCol="0" anchor="ctr"/>
          <a:lstStyle/>
          <a:p>
            <a:endParaRPr lang="fi-FI"/>
          </a:p>
        </p:txBody>
      </p:sp>
      <p:sp>
        <p:nvSpPr>
          <p:cNvPr id="5" name="Huomautusten paikkamerkki 4"/>
          <p:cNvSpPr>
            <a:spLocks noGrp="1"/>
          </p:cNvSpPr>
          <p:nvPr>
            <p:ph type="body" sz="quarter" idx="3"/>
          </p:nvPr>
        </p:nvSpPr>
        <p:spPr>
          <a:xfrm>
            <a:off x="688817" y="4759643"/>
            <a:ext cx="5510530" cy="4509135"/>
          </a:xfrm>
          <a:prstGeom prst="rect">
            <a:avLst/>
          </a:prstGeom>
        </p:spPr>
        <p:txBody>
          <a:bodyPr vert="horz" lIns="96616" tIns="48308" rIns="96616" bIns="48308" rtlCol="0"/>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6" name="Alatunnisteen paikkamerkki 5"/>
          <p:cNvSpPr>
            <a:spLocks noGrp="1"/>
          </p:cNvSpPr>
          <p:nvPr>
            <p:ph type="ftr" sz="quarter" idx="4"/>
          </p:nvPr>
        </p:nvSpPr>
        <p:spPr>
          <a:xfrm>
            <a:off x="0" y="9517546"/>
            <a:ext cx="2984871" cy="501015"/>
          </a:xfrm>
          <a:prstGeom prst="rect">
            <a:avLst/>
          </a:prstGeom>
        </p:spPr>
        <p:txBody>
          <a:bodyPr vert="horz" lIns="96616" tIns="48308" rIns="96616" bIns="48308" rtlCol="0" anchor="b"/>
          <a:lstStyle>
            <a:lvl1pPr algn="l">
              <a:defRPr sz="1300"/>
            </a:lvl1pPr>
          </a:lstStyle>
          <a:p>
            <a:endParaRPr lang="fi-FI"/>
          </a:p>
        </p:txBody>
      </p:sp>
      <p:sp>
        <p:nvSpPr>
          <p:cNvPr id="7" name="Dian numeron paikkamerkki 6"/>
          <p:cNvSpPr>
            <a:spLocks noGrp="1"/>
          </p:cNvSpPr>
          <p:nvPr>
            <p:ph type="sldNum" sz="quarter" idx="5"/>
          </p:nvPr>
        </p:nvSpPr>
        <p:spPr>
          <a:xfrm>
            <a:off x="3901698" y="9517546"/>
            <a:ext cx="2984871" cy="501015"/>
          </a:xfrm>
          <a:prstGeom prst="rect">
            <a:avLst/>
          </a:prstGeom>
        </p:spPr>
        <p:txBody>
          <a:bodyPr vert="horz" lIns="96616" tIns="48308" rIns="96616" bIns="48308" rtlCol="0" anchor="b"/>
          <a:lstStyle>
            <a:lvl1pPr algn="r">
              <a:defRPr sz="1300"/>
            </a:lvl1pPr>
          </a:lstStyle>
          <a:p>
            <a:fld id="{A63C4081-9F01-AD42-AD4E-1E44DCE50C8C}" type="slidenum">
              <a:rPr lang="fi-FI" smtClean="0"/>
              <a:pPr/>
              <a:t>‹#›</a:t>
            </a:fld>
            <a:endParaRPr lang="fi-FI"/>
          </a:p>
        </p:txBody>
      </p:sp>
    </p:spTree>
    <p:extLst>
      <p:ext uri="{BB962C8B-B14F-4D97-AF65-F5344CB8AC3E}">
        <p14:creationId xmlns:p14="http://schemas.microsoft.com/office/powerpoint/2010/main" val="2231995098"/>
      </p:ext>
    </p:extLst>
  </p:cSld>
  <p:clrMap bg1="lt1" tx1="dk1" bg2="lt2" tx2="dk2" accent1="accent1" accent2="accent2" accent3="accent3" accent4="accent4" accent5="accent5" accent6="accent6" hlink="hlink" folHlink="folHlink"/>
  <p:hf hdr="0" ftr="0" dt="0"/>
  <p:notesStyle>
    <a:lvl1pPr marL="0" algn="l" defTabSz="610956" rtl="0" eaLnBrk="1" latinLnBrk="0" hangingPunct="1">
      <a:defRPr sz="1600" kern="1200">
        <a:solidFill>
          <a:schemeClr val="tx1"/>
        </a:solidFill>
        <a:latin typeface="+mn-lt"/>
        <a:ea typeface="+mn-ea"/>
        <a:cs typeface="+mn-cs"/>
      </a:defRPr>
    </a:lvl1pPr>
    <a:lvl2pPr marL="610956" algn="l" defTabSz="610956" rtl="0" eaLnBrk="1" latinLnBrk="0" hangingPunct="1">
      <a:defRPr sz="1600" kern="1200">
        <a:solidFill>
          <a:schemeClr val="tx1"/>
        </a:solidFill>
        <a:latin typeface="+mn-lt"/>
        <a:ea typeface="+mn-ea"/>
        <a:cs typeface="+mn-cs"/>
      </a:defRPr>
    </a:lvl2pPr>
    <a:lvl3pPr marL="1221913" algn="l" defTabSz="610956" rtl="0" eaLnBrk="1" latinLnBrk="0" hangingPunct="1">
      <a:defRPr sz="1600" kern="1200">
        <a:solidFill>
          <a:schemeClr val="tx1"/>
        </a:solidFill>
        <a:latin typeface="+mn-lt"/>
        <a:ea typeface="+mn-ea"/>
        <a:cs typeface="+mn-cs"/>
      </a:defRPr>
    </a:lvl3pPr>
    <a:lvl4pPr marL="1832869" algn="l" defTabSz="610956" rtl="0" eaLnBrk="1" latinLnBrk="0" hangingPunct="1">
      <a:defRPr sz="1600" kern="1200">
        <a:solidFill>
          <a:schemeClr val="tx1"/>
        </a:solidFill>
        <a:latin typeface="+mn-lt"/>
        <a:ea typeface="+mn-ea"/>
        <a:cs typeface="+mn-cs"/>
      </a:defRPr>
    </a:lvl4pPr>
    <a:lvl5pPr marL="2443825" algn="l" defTabSz="610956" rtl="0" eaLnBrk="1" latinLnBrk="0" hangingPunct="1">
      <a:defRPr sz="1600" kern="1200">
        <a:solidFill>
          <a:schemeClr val="tx1"/>
        </a:solidFill>
        <a:latin typeface="+mn-lt"/>
        <a:ea typeface="+mn-ea"/>
        <a:cs typeface="+mn-cs"/>
      </a:defRPr>
    </a:lvl5pPr>
    <a:lvl6pPr marL="3054782" algn="l" defTabSz="610956" rtl="0" eaLnBrk="1" latinLnBrk="0" hangingPunct="1">
      <a:defRPr sz="1600" kern="1200">
        <a:solidFill>
          <a:schemeClr val="tx1"/>
        </a:solidFill>
        <a:latin typeface="+mn-lt"/>
        <a:ea typeface="+mn-ea"/>
        <a:cs typeface="+mn-cs"/>
      </a:defRPr>
    </a:lvl6pPr>
    <a:lvl7pPr marL="3665738" algn="l" defTabSz="610956" rtl="0" eaLnBrk="1" latinLnBrk="0" hangingPunct="1">
      <a:defRPr sz="1600" kern="1200">
        <a:solidFill>
          <a:schemeClr val="tx1"/>
        </a:solidFill>
        <a:latin typeface="+mn-lt"/>
        <a:ea typeface="+mn-ea"/>
        <a:cs typeface="+mn-cs"/>
      </a:defRPr>
    </a:lvl7pPr>
    <a:lvl8pPr marL="4276695" algn="l" defTabSz="610956" rtl="0" eaLnBrk="1" latinLnBrk="0" hangingPunct="1">
      <a:defRPr sz="1600" kern="1200">
        <a:solidFill>
          <a:schemeClr val="tx1"/>
        </a:solidFill>
        <a:latin typeface="+mn-lt"/>
        <a:ea typeface="+mn-ea"/>
        <a:cs typeface="+mn-cs"/>
      </a:defRPr>
    </a:lvl8pPr>
    <a:lvl9pPr marL="4887651" algn="l" defTabSz="610956"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isällön paikkamerkki 2"/>
          <p:cNvSpPr>
            <a:spLocks noGrp="1"/>
          </p:cNvSpPr>
          <p:nvPr>
            <p:ph idx="1" hasCustomPrompt="1"/>
          </p:nvPr>
        </p:nvSpPr>
        <p:spPr>
          <a:xfrm>
            <a:off x="502152" y="2757269"/>
            <a:ext cx="8700801" cy="8527106"/>
          </a:xfrm>
          <a:prstGeom prst="rect">
            <a:avLst/>
          </a:prstGeom>
        </p:spPr>
        <p:txBody>
          <a:bodyPr lIns="122191" tIns="61096" rIns="122191" bIns="61096"/>
          <a:lstStyle/>
          <a:p>
            <a:pPr lvl="0"/>
            <a:r>
              <a:rPr lang="fi-FI"/>
              <a:t>CONTENT</a:t>
            </a:r>
          </a:p>
        </p:txBody>
      </p:sp>
    </p:spTree>
    <p:extLst>
      <p:ext uri="{BB962C8B-B14F-4D97-AF65-F5344CB8AC3E}">
        <p14:creationId xmlns:p14="http://schemas.microsoft.com/office/powerpoint/2010/main" val="2846995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wo contents">
    <p:spTree>
      <p:nvGrpSpPr>
        <p:cNvPr id="1" name=""/>
        <p:cNvGrpSpPr/>
        <p:nvPr/>
      </p:nvGrpSpPr>
      <p:grpSpPr>
        <a:xfrm>
          <a:off x="0" y="0"/>
          <a:ext cx="0" cy="0"/>
          <a:chOff x="0" y="0"/>
          <a:chExt cx="0" cy="0"/>
        </a:xfrm>
      </p:grpSpPr>
      <p:sp>
        <p:nvSpPr>
          <p:cNvPr id="5" name="Sisällön paikkamerkki 2"/>
          <p:cNvSpPr>
            <a:spLocks noGrp="1"/>
          </p:cNvSpPr>
          <p:nvPr>
            <p:ph idx="1" hasCustomPrompt="1"/>
          </p:nvPr>
        </p:nvSpPr>
        <p:spPr>
          <a:xfrm>
            <a:off x="502152" y="2765250"/>
            <a:ext cx="4307341" cy="8519125"/>
          </a:xfrm>
          <a:prstGeom prst="rect">
            <a:avLst/>
          </a:prstGeom>
        </p:spPr>
        <p:txBody>
          <a:bodyPr lIns="122191" tIns="61096" rIns="122191" bIns="61096"/>
          <a:lstStyle>
            <a:lvl1pPr marL="0" marR="0" indent="0" algn="l" defTabSz="610956" rtl="0" eaLnBrk="1" fontAlgn="auto" latinLnBrk="0" hangingPunct="1">
              <a:lnSpc>
                <a:spcPct val="100000"/>
              </a:lnSpc>
              <a:spcBef>
                <a:spcPct val="20000"/>
              </a:spcBef>
              <a:spcAft>
                <a:spcPts val="0"/>
              </a:spcAft>
              <a:buClrTx/>
              <a:buSzTx/>
              <a:buFontTx/>
              <a:buNone/>
              <a:tabLst/>
              <a:defRPr/>
            </a:lvl1pPr>
          </a:lstStyle>
          <a:p>
            <a:pPr marL="0" marR="0" lvl="0" indent="0" algn="l" defTabSz="610956" rtl="0" eaLnBrk="1" fontAlgn="auto" latinLnBrk="0" hangingPunct="1">
              <a:lnSpc>
                <a:spcPct val="100000"/>
              </a:lnSpc>
              <a:spcBef>
                <a:spcPct val="20000"/>
              </a:spcBef>
              <a:spcAft>
                <a:spcPts val="0"/>
              </a:spcAft>
              <a:buClrTx/>
              <a:buSzTx/>
              <a:buFontTx/>
              <a:buNone/>
              <a:tabLst/>
              <a:defRPr/>
            </a:pPr>
            <a:r>
              <a:rPr lang="fi-FI"/>
              <a:t>CONTENT</a:t>
            </a:r>
          </a:p>
          <a:p>
            <a:pPr lvl="0"/>
            <a:endParaRPr lang="fi-FI"/>
          </a:p>
        </p:txBody>
      </p:sp>
      <p:sp>
        <p:nvSpPr>
          <p:cNvPr id="6" name="Sisällön paikkamerkki 2"/>
          <p:cNvSpPr>
            <a:spLocks noGrp="1"/>
          </p:cNvSpPr>
          <p:nvPr>
            <p:ph idx="10" hasCustomPrompt="1"/>
          </p:nvPr>
        </p:nvSpPr>
        <p:spPr>
          <a:xfrm>
            <a:off x="4898392" y="2765250"/>
            <a:ext cx="4304562" cy="8519125"/>
          </a:xfrm>
          <a:prstGeom prst="rect">
            <a:avLst/>
          </a:prstGeom>
        </p:spPr>
        <p:txBody>
          <a:bodyPr lIns="122191" tIns="61096" rIns="122191" bIns="61096"/>
          <a:lstStyle>
            <a:lvl1pPr marL="0" marR="0" indent="0" algn="l" defTabSz="610956" rtl="0" eaLnBrk="1" fontAlgn="auto" latinLnBrk="0" hangingPunct="1">
              <a:lnSpc>
                <a:spcPct val="100000"/>
              </a:lnSpc>
              <a:spcBef>
                <a:spcPct val="20000"/>
              </a:spcBef>
              <a:spcAft>
                <a:spcPts val="0"/>
              </a:spcAft>
              <a:buClrTx/>
              <a:buSzTx/>
              <a:buFontTx/>
              <a:buNone/>
              <a:tabLst/>
              <a:defRPr/>
            </a:lvl1pPr>
          </a:lstStyle>
          <a:p>
            <a:pPr marL="0" marR="0" lvl="0" indent="0" algn="l" defTabSz="610956" rtl="0" eaLnBrk="1" fontAlgn="auto" latinLnBrk="0" hangingPunct="1">
              <a:lnSpc>
                <a:spcPct val="100000"/>
              </a:lnSpc>
              <a:spcBef>
                <a:spcPct val="20000"/>
              </a:spcBef>
              <a:spcAft>
                <a:spcPts val="0"/>
              </a:spcAft>
              <a:buClrTx/>
              <a:buSzTx/>
              <a:buFontTx/>
              <a:buNone/>
              <a:tabLst/>
              <a:defRPr/>
            </a:pPr>
            <a:r>
              <a:rPr lang="fi-FI"/>
              <a:t>CONTENT</a:t>
            </a:r>
          </a:p>
          <a:p>
            <a:pPr lvl="0"/>
            <a:endParaRPr lang="fi-FI"/>
          </a:p>
        </p:txBody>
      </p:sp>
    </p:spTree>
    <p:extLst>
      <p:ext uri="{BB962C8B-B14F-4D97-AF65-F5344CB8AC3E}">
        <p14:creationId xmlns:p14="http://schemas.microsoft.com/office/powerpoint/2010/main" val="3707810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hree contents">
    <p:spTree>
      <p:nvGrpSpPr>
        <p:cNvPr id="1" name=""/>
        <p:cNvGrpSpPr/>
        <p:nvPr/>
      </p:nvGrpSpPr>
      <p:grpSpPr>
        <a:xfrm>
          <a:off x="0" y="0"/>
          <a:ext cx="0" cy="0"/>
          <a:chOff x="0" y="0"/>
          <a:chExt cx="0" cy="0"/>
        </a:xfrm>
      </p:grpSpPr>
      <p:sp>
        <p:nvSpPr>
          <p:cNvPr id="4" name="Sisällön paikkamerkki 2"/>
          <p:cNvSpPr>
            <a:spLocks noGrp="1"/>
          </p:cNvSpPr>
          <p:nvPr>
            <p:ph idx="1" hasCustomPrompt="1"/>
          </p:nvPr>
        </p:nvSpPr>
        <p:spPr>
          <a:xfrm>
            <a:off x="502152" y="2735386"/>
            <a:ext cx="2813821" cy="8548989"/>
          </a:xfrm>
          <a:prstGeom prst="rect">
            <a:avLst/>
          </a:prstGeom>
        </p:spPr>
        <p:txBody>
          <a:bodyPr lIns="122191" tIns="61096" rIns="122191" bIns="61096"/>
          <a:lstStyle>
            <a:lvl1pPr marL="0" marR="0" indent="0" algn="l" defTabSz="610956" rtl="0" eaLnBrk="1" fontAlgn="auto" latinLnBrk="0" hangingPunct="1">
              <a:lnSpc>
                <a:spcPct val="100000"/>
              </a:lnSpc>
              <a:spcBef>
                <a:spcPct val="20000"/>
              </a:spcBef>
              <a:spcAft>
                <a:spcPts val="0"/>
              </a:spcAft>
              <a:buClrTx/>
              <a:buSzTx/>
              <a:buFontTx/>
              <a:buNone/>
              <a:tabLst/>
              <a:defRPr/>
            </a:lvl1pPr>
          </a:lstStyle>
          <a:p>
            <a:pPr marL="0" marR="0" lvl="0" indent="0" algn="l" defTabSz="610956" rtl="0" eaLnBrk="1" fontAlgn="auto" latinLnBrk="0" hangingPunct="1">
              <a:lnSpc>
                <a:spcPct val="100000"/>
              </a:lnSpc>
              <a:spcBef>
                <a:spcPct val="20000"/>
              </a:spcBef>
              <a:spcAft>
                <a:spcPts val="0"/>
              </a:spcAft>
              <a:buClrTx/>
              <a:buSzTx/>
              <a:buFontTx/>
              <a:buNone/>
              <a:tabLst/>
              <a:defRPr/>
            </a:pPr>
            <a:r>
              <a:rPr lang="fi-FI"/>
              <a:t>CONTENT</a:t>
            </a:r>
          </a:p>
          <a:p>
            <a:pPr lvl="0"/>
            <a:endParaRPr lang="fi-FI"/>
          </a:p>
        </p:txBody>
      </p:sp>
      <p:sp>
        <p:nvSpPr>
          <p:cNvPr id="7" name="Sisällön paikkamerkki 2"/>
          <p:cNvSpPr>
            <a:spLocks noGrp="1"/>
          </p:cNvSpPr>
          <p:nvPr>
            <p:ph idx="10" hasCustomPrompt="1"/>
          </p:nvPr>
        </p:nvSpPr>
        <p:spPr>
          <a:xfrm>
            <a:off x="3445642" y="2735386"/>
            <a:ext cx="2813821" cy="8548989"/>
          </a:xfrm>
          <a:prstGeom prst="rect">
            <a:avLst/>
          </a:prstGeom>
        </p:spPr>
        <p:txBody>
          <a:bodyPr lIns="122191" tIns="61096" rIns="122191" bIns="61096"/>
          <a:lstStyle>
            <a:lvl1pPr marL="0" marR="0" indent="0" algn="l" defTabSz="610956" rtl="0" eaLnBrk="1" fontAlgn="auto" latinLnBrk="0" hangingPunct="1">
              <a:lnSpc>
                <a:spcPct val="100000"/>
              </a:lnSpc>
              <a:spcBef>
                <a:spcPct val="20000"/>
              </a:spcBef>
              <a:spcAft>
                <a:spcPts val="0"/>
              </a:spcAft>
              <a:buClrTx/>
              <a:buSzTx/>
              <a:buFontTx/>
              <a:buNone/>
              <a:tabLst/>
              <a:defRPr/>
            </a:lvl1pPr>
          </a:lstStyle>
          <a:p>
            <a:pPr marL="0" marR="0" lvl="0" indent="0" algn="l" defTabSz="610956" rtl="0" eaLnBrk="1" fontAlgn="auto" latinLnBrk="0" hangingPunct="1">
              <a:lnSpc>
                <a:spcPct val="100000"/>
              </a:lnSpc>
              <a:spcBef>
                <a:spcPct val="20000"/>
              </a:spcBef>
              <a:spcAft>
                <a:spcPts val="0"/>
              </a:spcAft>
              <a:buClrTx/>
              <a:buSzTx/>
              <a:buFontTx/>
              <a:buNone/>
              <a:tabLst/>
              <a:defRPr/>
            </a:pPr>
            <a:r>
              <a:rPr lang="fi-FI"/>
              <a:t>CONTENT</a:t>
            </a:r>
          </a:p>
          <a:p>
            <a:pPr lvl="0"/>
            <a:endParaRPr lang="fi-FI"/>
          </a:p>
        </p:txBody>
      </p:sp>
      <p:sp>
        <p:nvSpPr>
          <p:cNvPr id="8" name="Sisällön paikkamerkki 2"/>
          <p:cNvSpPr>
            <a:spLocks noGrp="1"/>
          </p:cNvSpPr>
          <p:nvPr>
            <p:ph idx="11" hasCustomPrompt="1"/>
          </p:nvPr>
        </p:nvSpPr>
        <p:spPr>
          <a:xfrm>
            <a:off x="6389132" y="2735386"/>
            <a:ext cx="2813821" cy="8548989"/>
          </a:xfrm>
          <a:prstGeom prst="rect">
            <a:avLst/>
          </a:prstGeom>
        </p:spPr>
        <p:txBody>
          <a:bodyPr lIns="122191" tIns="61096" rIns="122191" bIns="61096"/>
          <a:lstStyle>
            <a:lvl1pPr marL="0" marR="0" indent="0" algn="l" defTabSz="610956" rtl="0" eaLnBrk="1" fontAlgn="auto" latinLnBrk="0" hangingPunct="1">
              <a:lnSpc>
                <a:spcPct val="100000"/>
              </a:lnSpc>
              <a:spcBef>
                <a:spcPct val="20000"/>
              </a:spcBef>
              <a:spcAft>
                <a:spcPts val="0"/>
              </a:spcAft>
              <a:buClrTx/>
              <a:buSzTx/>
              <a:buFontTx/>
              <a:buNone/>
              <a:tabLst/>
              <a:defRPr/>
            </a:lvl1pPr>
          </a:lstStyle>
          <a:p>
            <a:pPr marL="0" marR="0" lvl="0" indent="0" algn="l" defTabSz="610956" rtl="0" eaLnBrk="1" fontAlgn="auto" latinLnBrk="0" hangingPunct="1">
              <a:lnSpc>
                <a:spcPct val="100000"/>
              </a:lnSpc>
              <a:spcBef>
                <a:spcPct val="20000"/>
              </a:spcBef>
              <a:spcAft>
                <a:spcPts val="0"/>
              </a:spcAft>
              <a:buClrTx/>
              <a:buSzTx/>
              <a:buFontTx/>
              <a:buNone/>
              <a:tabLst/>
              <a:defRPr/>
            </a:pPr>
            <a:r>
              <a:rPr lang="fi-FI"/>
              <a:t>CONTENT</a:t>
            </a:r>
          </a:p>
          <a:p>
            <a:pPr lvl="0"/>
            <a:endParaRPr lang="fi-FI"/>
          </a:p>
        </p:txBody>
      </p:sp>
    </p:spTree>
    <p:extLst>
      <p:ext uri="{BB962C8B-B14F-4D97-AF65-F5344CB8AC3E}">
        <p14:creationId xmlns:p14="http://schemas.microsoft.com/office/powerpoint/2010/main" val="37900746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tif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Otsikon paikkamerkki 1"/>
          <p:cNvSpPr>
            <a:spLocks noGrp="1"/>
          </p:cNvSpPr>
          <p:nvPr>
            <p:ph type="title"/>
          </p:nvPr>
        </p:nvSpPr>
        <p:spPr>
          <a:xfrm>
            <a:off x="502152" y="909737"/>
            <a:ext cx="8700801" cy="797139"/>
          </a:xfrm>
          <a:prstGeom prst="rect">
            <a:avLst/>
          </a:prstGeom>
        </p:spPr>
        <p:txBody>
          <a:bodyPr vert="horz" lIns="122191" tIns="61096" rIns="122191" bIns="61096" rtlCol="0" anchor="t" anchorCtr="0">
            <a:normAutofit/>
          </a:bodyPr>
          <a:lstStyle/>
          <a:p>
            <a:r>
              <a:rPr lang="fi-FI" err="1"/>
              <a:t>Title</a:t>
            </a:r>
            <a:endParaRPr lang="fi-FI"/>
          </a:p>
        </p:txBody>
      </p:sp>
      <p:sp>
        <p:nvSpPr>
          <p:cNvPr id="10" name="Alatunnisteen paikkamerkki 4"/>
          <p:cNvSpPr>
            <a:spLocks noGrp="1"/>
          </p:cNvSpPr>
          <p:nvPr>
            <p:ph type="ftr" sz="quarter" idx="3"/>
          </p:nvPr>
        </p:nvSpPr>
        <p:spPr>
          <a:xfrm>
            <a:off x="502152" y="1720778"/>
            <a:ext cx="8700801" cy="645019"/>
          </a:xfrm>
          <a:prstGeom prst="rect">
            <a:avLst/>
          </a:prstGeom>
        </p:spPr>
        <p:txBody>
          <a:bodyPr lIns="122191" tIns="0" rIns="122191" bIns="0"/>
          <a:lstStyle>
            <a:lvl1pPr algn="l">
              <a:defRPr sz="1300">
                <a:solidFill>
                  <a:schemeClr val="tx1">
                    <a:lumMod val="50000"/>
                    <a:lumOff val="50000"/>
                  </a:schemeClr>
                </a:solidFill>
                <a:latin typeface="Arial Narrow"/>
                <a:cs typeface="Arial Narrow"/>
              </a:defRPr>
            </a:lvl1pPr>
          </a:lstStyle>
          <a:p>
            <a:r>
              <a:rPr lang="fi-FI"/>
              <a:t>Author, Group </a:t>
            </a:r>
            <a:r>
              <a:rPr lang="fi-FI" err="1"/>
              <a:t>code</a:t>
            </a:r>
            <a:endParaRPr lang="fi-FI"/>
          </a:p>
          <a:p>
            <a:r>
              <a:rPr lang="fi-FI"/>
              <a:t>School of Engineering, Department, </a:t>
            </a:r>
            <a:r>
              <a:rPr lang="fi-FI" err="1"/>
              <a:t>Degree</a:t>
            </a:r>
            <a:r>
              <a:rPr lang="fi-FI"/>
              <a:t> </a:t>
            </a:r>
            <a:r>
              <a:rPr lang="fi-FI" err="1"/>
              <a:t>Programme</a:t>
            </a:r>
            <a:endParaRPr lang="fi-FI"/>
          </a:p>
        </p:txBody>
      </p:sp>
      <p:cxnSp>
        <p:nvCxnSpPr>
          <p:cNvPr id="5" name="Suora yhdysviiva 4"/>
          <p:cNvCxnSpPr/>
          <p:nvPr userDrawn="1"/>
        </p:nvCxnSpPr>
        <p:spPr>
          <a:xfrm>
            <a:off x="502152" y="2479383"/>
            <a:ext cx="8700801" cy="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243828" y="308876"/>
            <a:ext cx="2886456" cy="362712"/>
          </a:xfrm>
          <a:prstGeom prst="rect">
            <a:avLst/>
          </a:prstGeom>
        </p:spPr>
      </p:pic>
    </p:spTree>
    <p:extLst>
      <p:ext uri="{BB962C8B-B14F-4D97-AF65-F5344CB8AC3E}">
        <p14:creationId xmlns:p14="http://schemas.microsoft.com/office/powerpoint/2010/main" val="473042272"/>
      </p:ext>
    </p:extLst>
  </p:cSld>
  <p:clrMap bg1="lt1" tx1="dk1" bg2="lt2" tx2="dk2" accent1="accent1" accent2="accent2" accent3="accent3" accent4="accent4" accent5="accent5" accent6="accent6" hlink="hlink" folHlink="folHlink"/>
  <p:sldLayoutIdLst>
    <p:sldLayoutId id="2147483736" r:id="rId1"/>
    <p:sldLayoutId id="2147483733" r:id="rId2"/>
    <p:sldLayoutId id="2147483734" r:id="rId3"/>
  </p:sldLayoutIdLst>
  <p:hf sldNum="0" hdr="0" dt="0"/>
  <p:txStyles>
    <p:titleStyle>
      <a:lvl1pPr algn="l" defTabSz="610956" rtl="0" eaLnBrk="1" latinLnBrk="0" hangingPunct="1">
        <a:spcBef>
          <a:spcPct val="0"/>
        </a:spcBef>
        <a:buNone/>
        <a:defRPr sz="3200" kern="1200" baseline="0">
          <a:solidFill>
            <a:schemeClr val="tx2"/>
          </a:solidFill>
          <a:latin typeface="Arial Narrow"/>
          <a:ea typeface="+mj-ea"/>
          <a:cs typeface="Arial Narrow"/>
        </a:defRPr>
      </a:lvl1pPr>
    </p:titleStyle>
    <p:bodyStyle>
      <a:lvl1pPr marL="0" indent="0" algn="l" defTabSz="610956" rtl="0" eaLnBrk="1" latinLnBrk="0" hangingPunct="1">
        <a:spcBef>
          <a:spcPct val="20000"/>
        </a:spcBef>
        <a:buFontTx/>
        <a:buNone/>
        <a:defRPr sz="1500" kern="1200">
          <a:solidFill>
            <a:schemeClr val="tx1"/>
          </a:solidFill>
          <a:latin typeface="Arial Narrow"/>
          <a:ea typeface="+mn-ea"/>
          <a:cs typeface="Arial Narrow"/>
        </a:defRPr>
      </a:lvl1pPr>
      <a:lvl2pPr marL="610956" indent="0" algn="l" defTabSz="610956" rtl="0" eaLnBrk="1" latinLnBrk="0" hangingPunct="1">
        <a:spcBef>
          <a:spcPct val="20000"/>
        </a:spcBef>
        <a:buFontTx/>
        <a:buNone/>
        <a:defRPr sz="1600" kern="1200">
          <a:solidFill>
            <a:schemeClr val="tx1"/>
          </a:solidFill>
          <a:latin typeface="Arial Narrow"/>
          <a:ea typeface="+mn-ea"/>
          <a:cs typeface="Arial Narrow"/>
        </a:defRPr>
      </a:lvl2pPr>
      <a:lvl3pPr marL="1221913" indent="0" algn="l" defTabSz="610956" rtl="0" eaLnBrk="1" latinLnBrk="0" hangingPunct="1">
        <a:spcBef>
          <a:spcPct val="20000"/>
        </a:spcBef>
        <a:buFontTx/>
        <a:buNone/>
        <a:defRPr sz="1600" kern="1200">
          <a:solidFill>
            <a:schemeClr val="tx1"/>
          </a:solidFill>
          <a:latin typeface="Arial Narrow"/>
          <a:ea typeface="+mn-ea"/>
          <a:cs typeface="Arial Narrow"/>
        </a:defRPr>
      </a:lvl3pPr>
      <a:lvl4pPr marL="1832869" indent="0" algn="l" defTabSz="610956" rtl="0" eaLnBrk="1" latinLnBrk="0" hangingPunct="1">
        <a:spcBef>
          <a:spcPct val="20000"/>
        </a:spcBef>
        <a:buFontTx/>
        <a:buNone/>
        <a:defRPr sz="1600" kern="1200">
          <a:solidFill>
            <a:schemeClr val="tx1"/>
          </a:solidFill>
          <a:latin typeface="Arial Narrow"/>
          <a:ea typeface="+mn-ea"/>
          <a:cs typeface="Arial Narrow"/>
        </a:defRPr>
      </a:lvl4pPr>
      <a:lvl5pPr marL="2443825" indent="0" algn="l" defTabSz="610956" rtl="0" eaLnBrk="1" latinLnBrk="0" hangingPunct="1">
        <a:spcBef>
          <a:spcPct val="20000"/>
        </a:spcBef>
        <a:buFontTx/>
        <a:buNone/>
        <a:defRPr sz="1600" kern="1200">
          <a:solidFill>
            <a:schemeClr val="tx1"/>
          </a:solidFill>
          <a:latin typeface="Arial Narrow"/>
          <a:ea typeface="+mn-ea"/>
          <a:cs typeface="Arial Narrow"/>
        </a:defRPr>
      </a:lvl5pPr>
      <a:lvl6pPr marL="3360260" indent="-305478" algn="l" defTabSz="610956" rtl="0" eaLnBrk="1" latinLnBrk="0" hangingPunct="1">
        <a:spcBef>
          <a:spcPct val="20000"/>
        </a:spcBef>
        <a:buFont typeface="Arial"/>
        <a:buChar char="•"/>
        <a:defRPr sz="2700" kern="1200">
          <a:solidFill>
            <a:schemeClr val="tx1"/>
          </a:solidFill>
          <a:latin typeface="+mn-lt"/>
          <a:ea typeface="+mn-ea"/>
          <a:cs typeface="+mn-cs"/>
        </a:defRPr>
      </a:lvl6pPr>
      <a:lvl7pPr marL="3971216" indent="-305478" algn="l" defTabSz="610956" rtl="0" eaLnBrk="1" latinLnBrk="0" hangingPunct="1">
        <a:spcBef>
          <a:spcPct val="20000"/>
        </a:spcBef>
        <a:buFont typeface="Arial"/>
        <a:buChar char="•"/>
        <a:defRPr sz="2700" kern="1200">
          <a:solidFill>
            <a:schemeClr val="tx1"/>
          </a:solidFill>
          <a:latin typeface="+mn-lt"/>
          <a:ea typeface="+mn-ea"/>
          <a:cs typeface="+mn-cs"/>
        </a:defRPr>
      </a:lvl7pPr>
      <a:lvl8pPr marL="4582173" indent="-305478" algn="l" defTabSz="610956" rtl="0" eaLnBrk="1" latinLnBrk="0" hangingPunct="1">
        <a:spcBef>
          <a:spcPct val="20000"/>
        </a:spcBef>
        <a:buFont typeface="Arial"/>
        <a:buChar char="•"/>
        <a:defRPr sz="2700" kern="1200">
          <a:solidFill>
            <a:schemeClr val="tx1"/>
          </a:solidFill>
          <a:latin typeface="+mn-lt"/>
          <a:ea typeface="+mn-ea"/>
          <a:cs typeface="+mn-cs"/>
        </a:defRPr>
      </a:lvl8pPr>
      <a:lvl9pPr marL="5193129" indent="-305478" algn="l" defTabSz="610956"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fi-FI"/>
      </a:defPPr>
      <a:lvl1pPr marL="0" algn="l" defTabSz="610956" rtl="0" eaLnBrk="1" latinLnBrk="0" hangingPunct="1">
        <a:defRPr sz="2400" kern="1200">
          <a:solidFill>
            <a:schemeClr val="tx1"/>
          </a:solidFill>
          <a:latin typeface="+mn-lt"/>
          <a:ea typeface="+mn-ea"/>
          <a:cs typeface="+mn-cs"/>
        </a:defRPr>
      </a:lvl1pPr>
      <a:lvl2pPr marL="610956" algn="l" defTabSz="610956" rtl="0" eaLnBrk="1" latinLnBrk="0" hangingPunct="1">
        <a:defRPr sz="2400" kern="1200">
          <a:solidFill>
            <a:schemeClr val="tx1"/>
          </a:solidFill>
          <a:latin typeface="+mn-lt"/>
          <a:ea typeface="+mn-ea"/>
          <a:cs typeface="+mn-cs"/>
        </a:defRPr>
      </a:lvl2pPr>
      <a:lvl3pPr marL="1221913" algn="l" defTabSz="610956" rtl="0" eaLnBrk="1" latinLnBrk="0" hangingPunct="1">
        <a:defRPr sz="2400" kern="1200">
          <a:solidFill>
            <a:schemeClr val="tx1"/>
          </a:solidFill>
          <a:latin typeface="+mn-lt"/>
          <a:ea typeface="+mn-ea"/>
          <a:cs typeface="+mn-cs"/>
        </a:defRPr>
      </a:lvl3pPr>
      <a:lvl4pPr marL="1832869" algn="l" defTabSz="610956" rtl="0" eaLnBrk="1" latinLnBrk="0" hangingPunct="1">
        <a:defRPr sz="2400" kern="1200">
          <a:solidFill>
            <a:schemeClr val="tx1"/>
          </a:solidFill>
          <a:latin typeface="+mn-lt"/>
          <a:ea typeface="+mn-ea"/>
          <a:cs typeface="+mn-cs"/>
        </a:defRPr>
      </a:lvl4pPr>
      <a:lvl5pPr marL="2443825" algn="l" defTabSz="610956" rtl="0" eaLnBrk="1" latinLnBrk="0" hangingPunct="1">
        <a:defRPr sz="2400" kern="1200">
          <a:solidFill>
            <a:schemeClr val="tx1"/>
          </a:solidFill>
          <a:latin typeface="+mn-lt"/>
          <a:ea typeface="+mn-ea"/>
          <a:cs typeface="+mn-cs"/>
        </a:defRPr>
      </a:lvl5pPr>
      <a:lvl6pPr marL="3054782" algn="l" defTabSz="610956" rtl="0" eaLnBrk="1" latinLnBrk="0" hangingPunct="1">
        <a:defRPr sz="2400" kern="1200">
          <a:solidFill>
            <a:schemeClr val="tx1"/>
          </a:solidFill>
          <a:latin typeface="+mn-lt"/>
          <a:ea typeface="+mn-ea"/>
          <a:cs typeface="+mn-cs"/>
        </a:defRPr>
      </a:lvl6pPr>
      <a:lvl7pPr marL="3665738" algn="l" defTabSz="610956" rtl="0" eaLnBrk="1" latinLnBrk="0" hangingPunct="1">
        <a:defRPr sz="2400" kern="1200">
          <a:solidFill>
            <a:schemeClr val="tx1"/>
          </a:solidFill>
          <a:latin typeface="+mn-lt"/>
          <a:ea typeface="+mn-ea"/>
          <a:cs typeface="+mn-cs"/>
        </a:defRPr>
      </a:lvl7pPr>
      <a:lvl8pPr marL="4276695" algn="l" defTabSz="610956" rtl="0" eaLnBrk="1" latinLnBrk="0" hangingPunct="1">
        <a:defRPr sz="2400" kern="1200">
          <a:solidFill>
            <a:schemeClr val="tx1"/>
          </a:solidFill>
          <a:latin typeface="+mn-lt"/>
          <a:ea typeface="+mn-ea"/>
          <a:cs typeface="+mn-cs"/>
        </a:defRPr>
      </a:lvl8pPr>
      <a:lvl9pPr marL="4887651" algn="l" defTabSz="610956"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nodejs.org/en/docs" TargetMode="External"/><Relationship Id="rId7" Type="http://schemas.openxmlformats.org/officeDocument/2006/relationships/image" Target="../media/image4.png"/><Relationship Id="rId2" Type="http://schemas.openxmlformats.org/officeDocument/2006/relationships/hyperlink" Target="http://doc.qt.io" TargetMode="Externa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dev.mysql.com/do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atunnisteen paikkamerkki 4"/>
          <p:cNvSpPr>
            <a:spLocks noGrp="1"/>
          </p:cNvSpPr>
          <p:nvPr/>
        </p:nvSpPr>
        <p:spPr>
          <a:xfrm>
            <a:off x="412973" y="11382185"/>
            <a:ext cx="8775256" cy="509678"/>
          </a:xfrm>
          <a:prstGeom prst="rect">
            <a:avLst/>
          </a:prstGeom>
        </p:spPr>
        <p:txBody>
          <a:bodyPr lIns="122191" tIns="0" rIns="122191" bIns="0" anchor="t"/>
          <a:lstStyle>
            <a:defPPr>
              <a:defRPr lang="fi-FI"/>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i-FI" sz="1200">
                <a:solidFill>
                  <a:schemeClr val="tx1">
                    <a:lumMod val="50000"/>
                    <a:lumOff val="50000"/>
                  </a:schemeClr>
                </a:solidFill>
              </a:rPr>
              <a:t> Software </a:t>
            </a:r>
            <a:r>
              <a:rPr lang="fi-FI" sz="1200" err="1">
                <a:solidFill>
                  <a:schemeClr val="tx1">
                    <a:lumMod val="50000"/>
                    <a:lumOff val="50000"/>
                  </a:schemeClr>
                </a:solidFill>
              </a:rPr>
              <a:t>Development</a:t>
            </a:r>
            <a:r>
              <a:rPr lang="fi-FI" sz="1200">
                <a:solidFill>
                  <a:schemeClr val="tx1">
                    <a:lumMod val="50000"/>
                    <a:lumOff val="50000"/>
                  </a:schemeClr>
                </a:solidFill>
              </a:rPr>
              <a:t> Application Project</a:t>
            </a:r>
          </a:p>
        </p:txBody>
      </p:sp>
      <p:sp>
        <p:nvSpPr>
          <p:cNvPr id="6" name="Alatunnisteen paikkamerkki 4"/>
          <p:cNvSpPr>
            <a:spLocks noGrp="1"/>
          </p:cNvSpPr>
          <p:nvPr/>
        </p:nvSpPr>
        <p:spPr>
          <a:xfrm>
            <a:off x="450199" y="11666665"/>
            <a:ext cx="8700801" cy="284478"/>
          </a:xfrm>
          <a:prstGeom prst="rect">
            <a:avLst/>
          </a:prstGeom>
        </p:spPr>
        <p:txBody>
          <a:bodyPr lIns="122191" tIns="0" rIns="122191" bIns="0"/>
          <a:lstStyle>
            <a:defPPr>
              <a:defRPr lang="fi-FI"/>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i-FI" sz="1200">
                <a:solidFill>
                  <a:schemeClr val="tx1">
                    <a:lumMod val="50000"/>
                    <a:lumOff val="50000"/>
                  </a:schemeClr>
                </a:solidFill>
              </a:rPr>
              <a:t> ECTS </a:t>
            </a:r>
            <a:r>
              <a:rPr lang="fi-FI" sz="1200" err="1">
                <a:solidFill>
                  <a:schemeClr val="tx1">
                    <a:lumMod val="50000"/>
                    <a:lumOff val="50000"/>
                  </a:schemeClr>
                </a:solidFill>
              </a:rPr>
              <a:t>Credits</a:t>
            </a:r>
            <a:r>
              <a:rPr lang="fi-FI" sz="1200">
                <a:solidFill>
                  <a:schemeClr val="tx1">
                    <a:lumMod val="50000"/>
                    <a:lumOff val="50000"/>
                  </a:schemeClr>
                </a:solidFill>
              </a:rPr>
              <a:t>: 15</a:t>
            </a:r>
          </a:p>
        </p:txBody>
      </p:sp>
      <p:sp>
        <p:nvSpPr>
          <p:cNvPr id="7" name="Alatunnisteen paikkamerkki 4"/>
          <p:cNvSpPr>
            <a:spLocks noGrp="1"/>
          </p:cNvSpPr>
          <p:nvPr/>
        </p:nvSpPr>
        <p:spPr>
          <a:xfrm>
            <a:off x="487427" y="11951144"/>
            <a:ext cx="8700801" cy="284478"/>
          </a:xfrm>
          <a:prstGeom prst="rect">
            <a:avLst/>
          </a:prstGeom>
        </p:spPr>
        <p:txBody>
          <a:bodyPr lIns="122191" tIns="0" rIns="122191" bIns="0" anchor="t"/>
          <a:lstStyle>
            <a:defPPr>
              <a:defRPr lang="fi-FI"/>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i-FI" sz="1200" err="1">
                <a:solidFill>
                  <a:schemeClr val="tx1">
                    <a:lumMod val="50000"/>
                    <a:lumOff val="50000"/>
                  </a:schemeClr>
                </a:solidFill>
              </a:rPr>
              <a:t>Date</a:t>
            </a:r>
            <a:r>
              <a:rPr lang="fi-FI" sz="1200">
                <a:solidFill>
                  <a:schemeClr val="tx1">
                    <a:lumMod val="50000"/>
                    <a:lumOff val="50000"/>
                  </a:schemeClr>
                </a:solidFill>
              </a:rPr>
              <a:t> of </a:t>
            </a:r>
            <a:r>
              <a:rPr lang="fi-FI" sz="1200" err="1">
                <a:solidFill>
                  <a:schemeClr val="tx1">
                    <a:lumMod val="50000"/>
                    <a:lumOff val="50000"/>
                  </a:schemeClr>
                </a:solidFill>
              </a:rPr>
              <a:t>Publication</a:t>
            </a:r>
            <a:r>
              <a:rPr lang="fi-FI" sz="1200">
                <a:solidFill>
                  <a:schemeClr val="tx1">
                    <a:lumMod val="50000"/>
                    <a:lumOff val="50000"/>
                  </a:schemeClr>
                </a:solidFill>
              </a:rPr>
              <a:t>: 2026 </a:t>
            </a:r>
            <a:r>
              <a:rPr lang="fi-FI" sz="1200" err="1">
                <a:solidFill>
                  <a:schemeClr val="tx1">
                    <a:lumMod val="50000"/>
                    <a:lumOff val="50000"/>
                  </a:schemeClr>
                </a:solidFill>
              </a:rPr>
              <a:t>Spring</a:t>
            </a:r>
          </a:p>
        </p:txBody>
      </p:sp>
      <p:sp>
        <p:nvSpPr>
          <p:cNvPr id="8" name="Alatunnisteen paikkamerkki 4"/>
          <p:cNvSpPr>
            <a:spLocks noGrp="1"/>
          </p:cNvSpPr>
          <p:nvPr/>
        </p:nvSpPr>
        <p:spPr>
          <a:xfrm>
            <a:off x="487427" y="12235625"/>
            <a:ext cx="8700801" cy="284478"/>
          </a:xfrm>
          <a:prstGeom prst="rect">
            <a:avLst/>
          </a:prstGeom>
        </p:spPr>
        <p:txBody>
          <a:bodyPr lIns="122191" tIns="0" rIns="122191" bIns="0" anchor="t"/>
          <a:lstStyle>
            <a:defPPr>
              <a:defRPr lang="fi-FI"/>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i-FI" sz="1200" err="1">
                <a:solidFill>
                  <a:schemeClr val="tx1">
                    <a:lumMod val="50000"/>
                    <a:lumOff val="50000"/>
                  </a:schemeClr>
                </a:solidFill>
              </a:rPr>
              <a:t>Instructors</a:t>
            </a:r>
            <a:r>
              <a:rPr lang="fi-FI" sz="1200">
                <a:solidFill>
                  <a:schemeClr val="tx1">
                    <a:lumMod val="50000"/>
                    <a:lumOff val="50000"/>
                  </a:schemeClr>
                </a:solidFill>
              </a:rPr>
              <a:t>: Pekka </a:t>
            </a:r>
            <a:r>
              <a:rPr lang="fi-FI" sz="1200" err="1">
                <a:solidFill>
                  <a:schemeClr val="tx1">
                    <a:lumMod val="50000"/>
                    <a:lumOff val="50000"/>
                  </a:schemeClr>
                </a:solidFill>
              </a:rPr>
              <a:t>Alaluukas</a:t>
            </a:r>
            <a:r>
              <a:rPr lang="fi-FI" sz="1200">
                <a:solidFill>
                  <a:schemeClr val="tx1">
                    <a:lumMod val="50000"/>
                    <a:lumOff val="50000"/>
                  </a:schemeClr>
                </a:solidFill>
              </a:rPr>
              <a:t>, Teemu Korpela</a:t>
            </a:r>
          </a:p>
        </p:txBody>
      </p:sp>
      <p:sp>
        <p:nvSpPr>
          <p:cNvPr id="31" name="Otsikon paikkamerkki 1"/>
          <p:cNvSpPr txBox="1">
            <a:spLocks/>
          </p:cNvSpPr>
          <p:nvPr/>
        </p:nvSpPr>
        <p:spPr>
          <a:xfrm>
            <a:off x="502152" y="909737"/>
            <a:ext cx="8700801" cy="797139"/>
          </a:xfrm>
          <a:prstGeom prst="rect">
            <a:avLst/>
          </a:prstGeom>
        </p:spPr>
        <p:txBody>
          <a:bodyPr vert="horz" lIns="122191" tIns="61096" rIns="122191" bIns="61096" rtlCol="0" anchor="t" anchorCtr="0">
            <a:normAutofit/>
          </a:bodyPr>
          <a:lstStyle>
            <a:lvl1pPr algn="l" defTabSz="457200" rtl="0" eaLnBrk="1" latinLnBrk="0" hangingPunct="1">
              <a:spcBef>
                <a:spcPct val="0"/>
              </a:spcBef>
              <a:buNone/>
              <a:defRPr sz="2400" kern="1200" baseline="0">
                <a:solidFill>
                  <a:schemeClr val="tx2"/>
                </a:solidFill>
                <a:latin typeface="Arial Narrow"/>
                <a:ea typeface="+mj-ea"/>
                <a:cs typeface="Arial Narrow"/>
              </a:defRPr>
            </a:lvl1pPr>
          </a:lstStyle>
          <a:p>
            <a:r>
              <a:rPr lang="fi-FI" err="1"/>
              <a:t>Automated</a:t>
            </a:r>
            <a:r>
              <a:rPr lang="fi-FI"/>
              <a:t> </a:t>
            </a:r>
            <a:r>
              <a:rPr lang="fi-FI" err="1"/>
              <a:t>Banking</a:t>
            </a:r>
            <a:r>
              <a:rPr lang="fi-FI"/>
              <a:t> System</a:t>
            </a:r>
          </a:p>
        </p:txBody>
      </p:sp>
      <p:sp>
        <p:nvSpPr>
          <p:cNvPr id="32" name="Alatunnisteen paikkamerkki 4"/>
          <p:cNvSpPr txBox="1">
            <a:spLocks/>
          </p:cNvSpPr>
          <p:nvPr/>
        </p:nvSpPr>
        <p:spPr>
          <a:xfrm>
            <a:off x="517651" y="1307332"/>
            <a:ext cx="8700801" cy="871997"/>
          </a:xfrm>
          <a:prstGeom prst="rect">
            <a:avLst/>
          </a:prstGeom>
        </p:spPr>
        <p:txBody>
          <a:bodyPr lIns="122191" tIns="0" rIns="122191" bIns="0" anchor="t"/>
          <a:lstStyle>
            <a:defPPr>
              <a:defRPr lang="fi-FI"/>
            </a:defPPr>
            <a:lvl1pPr marL="0" algn="l" defTabSz="457200" rtl="0" eaLnBrk="1" latinLnBrk="0" hangingPunct="1">
              <a:defRPr sz="1000" kern="1200">
                <a:solidFill>
                  <a:schemeClr val="tx1">
                    <a:lumMod val="50000"/>
                    <a:lumOff val="50000"/>
                  </a:schemeClr>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sz="1400"/>
          </a:p>
          <a:p>
            <a:r>
              <a:rPr lang="fi-FI" sz="1400" dirty="0"/>
              <a:t>Valtteri Sippala, Vili Virnes, Aleksi Jussila, Santeri Rautio </a:t>
            </a:r>
            <a:endParaRPr lang="fi-FI" sz="1400"/>
          </a:p>
          <a:p>
            <a:r>
              <a:rPr lang="fi-FI" sz="1400" dirty="0"/>
              <a:t>TVT25KMO</a:t>
            </a:r>
          </a:p>
          <a:p>
            <a:r>
              <a:rPr lang="fi-FI" sz="1400" dirty="0"/>
              <a:t>Degree Programme in </a:t>
            </a:r>
            <a:r>
              <a:rPr lang="fi-FI" sz="1400" dirty="0" err="1"/>
              <a:t>Information</a:t>
            </a:r>
            <a:r>
              <a:rPr lang="fi-FI" sz="1400" dirty="0"/>
              <a:t> Technology, Option of Software </a:t>
            </a:r>
            <a:r>
              <a:rPr lang="fi-FI" sz="1400" dirty="0" err="1"/>
              <a:t>Development</a:t>
            </a:r>
          </a:p>
          <a:p>
            <a:endParaRPr lang="fi-FI" sz="1000">
              <a:solidFill>
                <a:srgbClr val="000000"/>
              </a:solidFill>
              <a:effectLst/>
              <a:latin typeface="Times New Roman"/>
              <a:ea typeface="Calibri" panose="020F0502020204030204" pitchFamily="34" charset="0"/>
            </a:endParaRPr>
          </a:p>
        </p:txBody>
      </p:sp>
      <p:sp>
        <p:nvSpPr>
          <p:cNvPr id="4" name="Sisällön paikkamerkki 3"/>
          <p:cNvSpPr>
            <a:spLocks noGrp="1"/>
          </p:cNvSpPr>
          <p:nvPr>
            <p:ph idx="1"/>
          </p:nvPr>
        </p:nvSpPr>
        <p:spPr>
          <a:xfrm>
            <a:off x="502152" y="2735387"/>
            <a:ext cx="2813821" cy="8587517"/>
          </a:xfrm>
        </p:spPr>
        <p:txBody>
          <a:bodyPr lIns="122191" tIns="61096" rIns="122191" bIns="61096" anchor="t">
            <a:noAutofit/>
          </a:bodyPr>
          <a:lstStyle/>
          <a:p>
            <a:r>
              <a:rPr lang="en-US" b="1" dirty="0"/>
              <a:t>Introduction</a:t>
            </a:r>
          </a:p>
          <a:p>
            <a:r>
              <a:rPr lang="fi-FI" dirty="0" err="1"/>
              <a:t>The</a:t>
            </a:r>
            <a:r>
              <a:rPr lang="fi-FI" dirty="0"/>
              <a:t> </a:t>
            </a:r>
            <a:r>
              <a:rPr lang="fi-FI" dirty="0" err="1"/>
              <a:t>aim</a:t>
            </a:r>
            <a:r>
              <a:rPr lang="fi-FI" dirty="0"/>
              <a:t> of </a:t>
            </a:r>
            <a:r>
              <a:rPr lang="fi-FI" dirty="0" err="1"/>
              <a:t>this</a:t>
            </a:r>
            <a:r>
              <a:rPr lang="fi-FI" dirty="0"/>
              <a:t> </a:t>
            </a:r>
            <a:r>
              <a:rPr lang="fi-FI" dirty="0" err="1"/>
              <a:t>project</a:t>
            </a:r>
            <a:r>
              <a:rPr lang="fi-FI" dirty="0"/>
              <a:t> </a:t>
            </a:r>
            <a:r>
              <a:rPr lang="fi-FI" dirty="0" err="1"/>
              <a:t>was</a:t>
            </a:r>
            <a:r>
              <a:rPr lang="fi-FI" dirty="0"/>
              <a:t> to </a:t>
            </a:r>
            <a:r>
              <a:rPr lang="fi-FI" dirty="0" err="1"/>
              <a:t>develop</a:t>
            </a:r>
            <a:r>
              <a:rPr lang="fi-FI" dirty="0"/>
              <a:t> </a:t>
            </a:r>
            <a:r>
              <a:rPr lang="fi-FI" dirty="0" err="1"/>
              <a:t>automated</a:t>
            </a:r>
            <a:r>
              <a:rPr lang="fi-FI" dirty="0"/>
              <a:t> </a:t>
            </a:r>
            <a:r>
              <a:rPr lang="fi-FI" dirty="0" err="1"/>
              <a:t>banking</a:t>
            </a:r>
            <a:r>
              <a:rPr lang="fi-FI" dirty="0"/>
              <a:t> </a:t>
            </a:r>
            <a:r>
              <a:rPr lang="fi-FI" dirty="0" err="1"/>
              <a:t>system</a:t>
            </a:r>
            <a:r>
              <a:rPr lang="fi-FI" dirty="0"/>
              <a:t>. Software </a:t>
            </a:r>
            <a:r>
              <a:rPr lang="fi-FI" dirty="0" err="1"/>
              <a:t>uses</a:t>
            </a:r>
            <a:r>
              <a:rPr lang="fi-FI" dirty="0"/>
              <a:t> </a:t>
            </a:r>
            <a:r>
              <a:rPr lang="fi-FI" dirty="0" err="1"/>
              <a:t>Qt</a:t>
            </a:r>
            <a:r>
              <a:rPr lang="fi-FI" dirty="0"/>
              <a:t> </a:t>
            </a:r>
            <a:r>
              <a:rPr lang="fi-FI" dirty="0" err="1"/>
              <a:t>Creator</a:t>
            </a:r>
            <a:r>
              <a:rPr lang="fi-FI" dirty="0"/>
              <a:t> in </a:t>
            </a:r>
            <a:r>
              <a:rPr lang="fi-FI" dirty="0" err="1"/>
              <a:t>frontend</a:t>
            </a:r>
            <a:r>
              <a:rPr lang="fi-FI" dirty="0"/>
              <a:t> </a:t>
            </a:r>
            <a:r>
              <a:rPr lang="fi-FI" dirty="0" err="1"/>
              <a:t>application</a:t>
            </a:r>
            <a:r>
              <a:rPr lang="fi-FI" dirty="0"/>
              <a:t>, Node.js/Express for </a:t>
            </a:r>
            <a:r>
              <a:rPr lang="fi-FI" dirty="0" err="1"/>
              <a:t>backend</a:t>
            </a:r>
            <a:r>
              <a:rPr lang="fi-FI" dirty="0"/>
              <a:t> API and MySQL as </a:t>
            </a:r>
            <a:r>
              <a:rPr lang="fi-FI" dirty="0" err="1"/>
              <a:t>database</a:t>
            </a:r>
            <a:r>
              <a:rPr lang="fi-FI" dirty="0"/>
              <a:t>. </a:t>
            </a:r>
          </a:p>
          <a:p>
            <a:endParaRPr lang="fi-FI" i="1"/>
          </a:p>
          <a:p>
            <a:r>
              <a:rPr lang="en-US" b="1" dirty="0">
                <a:latin typeface="Calibri"/>
                <a:ea typeface="Calibri"/>
                <a:cs typeface="Calibri"/>
              </a:rPr>
              <a:t>Objectives</a:t>
            </a:r>
            <a:endParaRPr lang="fi-FI" dirty="0">
              <a:latin typeface="Calibri"/>
              <a:ea typeface="Calibri"/>
              <a:cs typeface="Calibri"/>
            </a:endParaRPr>
          </a:p>
          <a:p>
            <a:r>
              <a:rPr lang="en-US" dirty="0">
                <a:latin typeface="Calibri"/>
                <a:ea typeface="Calibri"/>
                <a:cs typeface="Calibri"/>
              </a:rPr>
              <a:t>The </a:t>
            </a:r>
            <a:r>
              <a:rPr lang="en-US" dirty="0"/>
              <a:t>objective</a:t>
            </a:r>
            <a:r>
              <a:rPr lang="en-US" dirty="0">
                <a:latin typeface="Calibri"/>
                <a:ea typeface="Calibri"/>
                <a:cs typeface="Calibri"/>
              </a:rPr>
              <a:t> was provided card-based authentication, balance inquiries, cash withdrawals, deposits, and transfers between accounts. The system was designed so that the Qt User interface communicates with the Node.js Backend, which processes the requests and interacts with the MySQL Database.  As an additional feature, the backend is hosted on a CSC Pouta virtual machine using GitHub Actions for CI/CD.</a:t>
            </a: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r>
              <a:rPr lang="fi-FI" i="1" dirty="0"/>
              <a:t>FIGURE 1. </a:t>
            </a:r>
            <a:r>
              <a:rPr lang="fi-FI" i="1" dirty="0" err="1"/>
              <a:t>The</a:t>
            </a:r>
            <a:r>
              <a:rPr lang="fi-FI" i="1" dirty="0"/>
              <a:t> </a:t>
            </a:r>
            <a:r>
              <a:rPr lang="fi-FI" i="1" dirty="0" err="1"/>
              <a:t>system</a:t>
            </a:r>
            <a:r>
              <a:rPr lang="fi-FI" i="1" dirty="0"/>
              <a:t> </a:t>
            </a:r>
            <a:r>
              <a:rPr lang="fi-FI" i="1" dirty="0" err="1"/>
              <a:t>description</a:t>
            </a:r>
            <a:r>
              <a:rPr lang="fi-FI" i="1" dirty="0"/>
              <a:t>.</a:t>
            </a:r>
          </a:p>
          <a:p>
            <a:endParaRPr lang="en-US">
              <a:latin typeface="Calibri"/>
              <a:ea typeface="Calibri"/>
              <a:cs typeface="Calibri"/>
            </a:endParaRPr>
          </a:p>
          <a:p>
            <a:endParaRPr lang="fi-FI" i="1"/>
          </a:p>
          <a:p>
            <a:endParaRPr lang="fi-FI"/>
          </a:p>
          <a:p>
            <a:endParaRPr lang="fi-FI"/>
          </a:p>
          <a:p>
            <a:endParaRPr lang="fi-FI"/>
          </a:p>
        </p:txBody>
      </p:sp>
      <p:sp>
        <p:nvSpPr>
          <p:cNvPr id="9" name="Sisällön paikkamerkki 8"/>
          <p:cNvSpPr>
            <a:spLocks noGrp="1"/>
          </p:cNvSpPr>
          <p:nvPr>
            <p:ph idx="10"/>
          </p:nvPr>
        </p:nvSpPr>
        <p:spPr>
          <a:xfrm>
            <a:off x="3456990" y="2735386"/>
            <a:ext cx="2813821" cy="8946201"/>
          </a:xfrm>
        </p:spPr>
        <p:txBody>
          <a:bodyPr lIns="122191" tIns="61096" rIns="122191" bIns="61096" anchor="t"/>
          <a:lstStyle/>
          <a:p>
            <a:r>
              <a:rPr lang="en-US" b="1" dirty="0"/>
              <a:t>Methods</a:t>
            </a:r>
          </a:p>
          <a:p>
            <a:r>
              <a:rPr lang="en-US" dirty="0"/>
              <a:t>The User Interface was implemented using Qt (C++). Communication between The User Interface and the Backend was carried out using HTTP request and JSON-formatted data.</a:t>
            </a:r>
          </a:p>
          <a:p>
            <a:endParaRPr lang="fi-FI"/>
          </a:p>
          <a:p>
            <a:endParaRPr lang="fi-FI"/>
          </a:p>
          <a:p>
            <a:endParaRPr lang="fi-FI"/>
          </a:p>
          <a:p>
            <a:endParaRPr lang="fi-FI"/>
          </a:p>
          <a:p>
            <a:endParaRPr lang="fi-FI"/>
          </a:p>
          <a:p>
            <a:endParaRPr lang="fi-FI"/>
          </a:p>
          <a:p>
            <a:r>
              <a:rPr lang="fi-FI" i="1" dirty="0"/>
              <a:t>FIGURE 2.  JSON </a:t>
            </a:r>
            <a:r>
              <a:rPr lang="fi-FI" i="1" dirty="0" err="1"/>
              <a:t>response</a:t>
            </a:r>
            <a:r>
              <a:rPr lang="fi-FI" i="1" dirty="0"/>
              <a:t>.</a:t>
            </a:r>
            <a:endParaRPr lang="fi-FI" i="1"/>
          </a:p>
          <a:p>
            <a:endParaRPr lang="en-US" i="1"/>
          </a:p>
          <a:p>
            <a:r>
              <a:rPr lang="en-US" b="1" dirty="0"/>
              <a:t>Results</a:t>
            </a:r>
            <a:endParaRPr lang="fi-FI"/>
          </a:p>
          <a:p>
            <a:r>
              <a:rPr lang="fi-FI" dirty="0" err="1"/>
              <a:t>The</a:t>
            </a:r>
            <a:r>
              <a:rPr lang="fi-FI" dirty="0"/>
              <a:t> </a:t>
            </a:r>
            <a:r>
              <a:rPr lang="fi-FI" dirty="0" err="1"/>
              <a:t>project</a:t>
            </a:r>
            <a:r>
              <a:rPr lang="fi-FI" dirty="0"/>
              <a:t> </a:t>
            </a:r>
            <a:r>
              <a:rPr lang="fi-FI" dirty="0" err="1"/>
              <a:t>culminated</a:t>
            </a:r>
            <a:r>
              <a:rPr lang="fi-FI" dirty="0"/>
              <a:t> in a </a:t>
            </a:r>
            <a:r>
              <a:rPr lang="fi-FI" dirty="0" err="1"/>
              <a:t>functional</a:t>
            </a:r>
            <a:r>
              <a:rPr lang="fi-FI" dirty="0"/>
              <a:t> ATM </a:t>
            </a:r>
            <a:r>
              <a:rPr lang="fi-FI" dirty="0" err="1"/>
              <a:t>application</a:t>
            </a:r>
            <a:r>
              <a:rPr lang="fi-FI" dirty="0"/>
              <a:t>. Upon </a:t>
            </a:r>
            <a:r>
              <a:rPr lang="fi-FI" dirty="0" err="1"/>
              <a:t>launching</a:t>
            </a:r>
            <a:r>
              <a:rPr lang="fi-FI" dirty="0"/>
              <a:t> </a:t>
            </a:r>
            <a:r>
              <a:rPr lang="fi-FI" dirty="0" err="1"/>
              <a:t>the</a:t>
            </a:r>
            <a:r>
              <a:rPr lang="fi-FI" dirty="0"/>
              <a:t> </a:t>
            </a:r>
            <a:r>
              <a:rPr lang="fi-FI" dirty="0" err="1"/>
              <a:t>application</a:t>
            </a:r>
            <a:r>
              <a:rPr lang="fi-FI" dirty="0"/>
              <a:t>, </a:t>
            </a:r>
            <a:r>
              <a:rPr lang="fi-FI" dirty="0" err="1"/>
              <a:t>users</a:t>
            </a:r>
            <a:r>
              <a:rPr lang="fi-FI" dirty="0"/>
              <a:t> </a:t>
            </a:r>
            <a:r>
              <a:rPr lang="fi-FI" dirty="0" err="1"/>
              <a:t>are</a:t>
            </a:r>
            <a:r>
              <a:rPr lang="fi-FI" dirty="0"/>
              <a:t> </a:t>
            </a:r>
            <a:r>
              <a:rPr lang="fi-FI" dirty="0" err="1"/>
              <a:t>prompted</a:t>
            </a:r>
            <a:r>
              <a:rPr lang="fi-FI" dirty="0"/>
              <a:t> to </a:t>
            </a:r>
            <a:r>
              <a:rPr lang="fi-FI" dirty="0" err="1"/>
              <a:t>enter</a:t>
            </a:r>
            <a:r>
              <a:rPr lang="fi-FI" dirty="0"/>
              <a:t> </a:t>
            </a:r>
            <a:r>
              <a:rPr lang="fi-FI" dirty="0" err="1"/>
              <a:t>their</a:t>
            </a:r>
            <a:r>
              <a:rPr lang="fi-FI" dirty="0"/>
              <a:t> </a:t>
            </a:r>
            <a:r>
              <a:rPr lang="fi-FI" dirty="0" err="1"/>
              <a:t>card</a:t>
            </a:r>
            <a:r>
              <a:rPr lang="fi-FI" dirty="0"/>
              <a:t> </a:t>
            </a:r>
            <a:r>
              <a:rPr lang="fi-FI" dirty="0" err="1"/>
              <a:t>number</a:t>
            </a:r>
            <a:r>
              <a:rPr lang="fi-FI" dirty="0"/>
              <a:t> and </a:t>
            </a:r>
            <a:r>
              <a:rPr lang="fi-FI" dirty="0" err="1"/>
              <a:t>pin</a:t>
            </a:r>
            <a:r>
              <a:rPr lang="fi-FI" dirty="0"/>
              <a:t> </a:t>
            </a:r>
            <a:r>
              <a:rPr lang="fi-FI" dirty="0" err="1"/>
              <a:t>code</a:t>
            </a:r>
            <a:r>
              <a:rPr lang="fi-FI" dirty="0"/>
              <a:t>. </a:t>
            </a:r>
            <a:r>
              <a:rPr lang="fi-FI" dirty="0" err="1"/>
              <a:t>Once</a:t>
            </a:r>
            <a:r>
              <a:rPr lang="fi-FI" dirty="0"/>
              <a:t> a </a:t>
            </a:r>
            <a:r>
              <a:rPr lang="fi-FI" dirty="0" err="1"/>
              <a:t>valid</a:t>
            </a:r>
            <a:r>
              <a:rPr lang="fi-FI" dirty="0"/>
              <a:t> </a:t>
            </a:r>
            <a:r>
              <a:rPr lang="fi-FI" dirty="0" err="1"/>
              <a:t>card</a:t>
            </a:r>
            <a:r>
              <a:rPr lang="fi-FI" dirty="0"/>
              <a:t> </a:t>
            </a:r>
            <a:r>
              <a:rPr lang="fi-FI" dirty="0" err="1"/>
              <a:t>number</a:t>
            </a:r>
            <a:r>
              <a:rPr lang="fi-FI" dirty="0"/>
              <a:t> and </a:t>
            </a:r>
            <a:r>
              <a:rPr lang="fi-FI" dirty="0" err="1"/>
              <a:t>pin</a:t>
            </a:r>
            <a:r>
              <a:rPr lang="fi-FI" dirty="0"/>
              <a:t> </a:t>
            </a:r>
            <a:r>
              <a:rPr lang="fi-FI" dirty="0" err="1"/>
              <a:t>code</a:t>
            </a:r>
            <a:r>
              <a:rPr lang="fi-FI" dirty="0"/>
              <a:t> is </a:t>
            </a:r>
            <a:r>
              <a:rPr lang="fi-FI" dirty="0" err="1"/>
              <a:t>provided</a:t>
            </a:r>
            <a:r>
              <a:rPr lang="fi-FI" dirty="0"/>
              <a:t> </a:t>
            </a:r>
            <a:r>
              <a:rPr lang="fi-FI" dirty="0" err="1"/>
              <a:t>users</a:t>
            </a:r>
            <a:r>
              <a:rPr lang="fi-FI" dirty="0"/>
              <a:t> </a:t>
            </a:r>
            <a:r>
              <a:rPr lang="fi-FI" dirty="0" err="1"/>
              <a:t>are</a:t>
            </a:r>
            <a:r>
              <a:rPr lang="fi-FI" dirty="0"/>
              <a:t> </a:t>
            </a:r>
            <a:r>
              <a:rPr lang="fi-FI" dirty="0" err="1"/>
              <a:t>presented</a:t>
            </a:r>
            <a:r>
              <a:rPr lang="fi-FI" dirty="0"/>
              <a:t> </a:t>
            </a:r>
            <a:r>
              <a:rPr lang="fi-FI" dirty="0" err="1"/>
              <a:t>with</a:t>
            </a:r>
            <a:r>
              <a:rPr lang="fi-FI" dirty="0"/>
              <a:t> </a:t>
            </a:r>
            <a:r>
              <a:rPr lang="fi-FI" dirty="0" err="1"/>
              <a:t>debit</a:t>
            </a:r>
            <a:r>
              <a:rPr lang="fi-FI" dirty="0"/>
              <a:t>/</a:t>
            </a:r>
            <a:r>
              <a:rPr lang="fi-FI" dirty="0" err="1"/>
              <a:t>credit</a:t>
            </a:r>
            <a:r>
              <a:rPr lang="fi-FI" dirty="0"/>
              <a:t> </a:t>
            </a:r>
            <a:r>
              <a:rPr lang="fi-FI" dirty="0" err="1"/>
              <a:t>selection</a:t>
            </a:r>
            <a:r>
              <a:rPr lang="fi-FI" dirty="0"/>
              <a:t> </a:t>
            </a:r>
            <a:r>
              <a:rPr lang="fi-FI" dirty="0" err="1"/>
              <a:t>window</a:t>
            </a:r>
            <a:r>
              <a:rPr lang="fi-FI" dirty="0"/>
              <a:t> </a:t>
            </a:r>
            <a:r>
              <a:rPr lang="fi-FI" dirty="0" err="1"/>
              <a:t>or</a:t>
            </a:r>
            <a:r>
              <a:rPr lang="fi-FI" dirty="0"/>
              <a:t> </a:t>
            </a:r>
            <a:r>
              <a:rPr lang="fi-FI" dirty="0" err="1"/>
              <a:t>the</a:t>
            </a:r>
            <a:r>
              <a:rPr lang="fi-FI" dirty="0"/>
              <a:t> main </a:t>
            </a:r>
            <a:r>
              <a:rPr lang="fi-FI" dirty="0" err="1"/>
              <a:t>window</a:t>
            </a:r>
            <a:r>
              <a:rPr lang="fi-FI" dirty="0"/>
              <a:t>. In </a:t>
            </a:r>
            <a:r>
              <a:rPr lang="fi-FI" dirty="0" err="1"/>
              <a:t>the</a:t>
            </a:r>
            <a:r>
              <a:rPr lang="fi-FI" dirty="0"/>
              <a:t> main </a:t>
            </a:r>
            <a:r>
              <a:rPr lang="fi-FI" dirty="0" err="1"/>
              <a:t>window</a:t>
            </a:r>
            <a:r>
              <a:rPr lang="fi-FI" dirty="0"/>
              <a:t> </a:t>
            </a:r>
            <a:r>
              <a:rPr lang="fi-FI" dirty="0" err="1"/>
              <a:t>user</a:t>
            </a:r>
            <a:r>
              <a:rPr lang="fi-FI" dirty="0"/>
              <a:t> </a:t>
            </a:r>
            <a:r>
              <a:rPr lang="fi-FI" dirty="0" err="1"/>
              <a:t>can</a:t>
            </a:r>
            <a:r>
              <a:rPr lang="fi-FI" dirty="0"/>
              <a:t> </a:t>
            </a:r>
            <a:r>
              <a:rPr lang="fi-FI" dirty="0" err="1"/>
              <a:t>view</a:t>
            </a:r>
            <a:r>
              <a:rPr lang="fi-FI" dirty="0"/>
              <a:t> </a:t>
            </a:r>
            <a:r>
              <a:rPr lang="fi-FI" dirty="0" err="1"/>
              <a:t>account</a:t>
            </a:r>
            <a:r>
              <a:rPr lang="fi-FI" dirty="0"/>
              <a:t> </a:t>
            </a:r>
            <a:r>
              <a:rPr lang="fi-FI" dirty="0" err="1"/>
              <a:t>information</a:t>
            </a:r>
            <a:r>
              <a:rPr lang="fi-FI" dirty="0"/>
              <a:t>, </a:t>
            </a:r>
            <a:r>
              <a:rPr lang="fi-FI" dirty="0" err="1"/>
              <a:t>balance</a:t>
            </a:r>
            <a:r>
              <a:rPr lang="fi-FI" dirty="0"/>
              <a:t> and </a:t>
            </a:r>
            <a:r>
              <a:rPr lang="fi-FI" dirty="0" err="1"/>
              <a:t>card</a:t>
            </a:r>
            <a:r>
              <a:rPr lang="fi-FI" dirty="0"/>
              <a:t> </a:t>
            </a:r>
            <a:r>
              <a:rPr lang="fi-FI" dirty="0" err="1"/>
              <a:t>number</a:t>
            </a:r>
            <a:r>
              <a:rPr lang="fi-FI" dirty="0"/>
              <a:t>. </a:t>
            </a:r>
            <a:r>
              <a:rPr lang="fi-FI" dirty="0" err="1"/>
              <a:t>Also</a:t>
            </a:r>
            <a:r>
              <a:rPr lang="fi-FI" dirty="0"/>
              <a:t> </a:t>
            </a:r>
            <a:r>
              <a:rPr lang="fi-FI" dirty="0" err="1"/>
              <a:t>user</a:t>
            </a:r>
            <a:r>
              <a:rPr lang="fi-FI" dirty="0"/>
              <a:t> is </a:t>
            </a:r>
            <a:r>
              <a:rPr lang="fi-FI" dirty="0" err="1"/>
              <a:t>presented</a:t>
            </a:r>
            <a:r>
              <a:rPr lang="fi-FI" dirty="0"/>
              <a:t> </a:t>
            </a:r>
            <a:r>
              <a:rPr lang="fi-FI" dirty="0" err="1"/>
              <a:t>with</a:t>
            </a:r>
            <a:r>
              <a:rPr lang="fi-FI" dirty="0"/>
              <a:t> </a:t>
            </a:r>
            <a:r>
              <a:rPr lang="fi-FI" dirty="0" err="1"/>
              <a:t>options</a:t>
            </a:r>
            <a:r>
              <a:rPr lang="fi-FI" dirty="0"/>
              <a:t> to </a:t>
            </a:r>
            <a:r>
              <a:rPr lang="fi-FI" dirty="0" err="1"/>
              <a:t>withdrawal</a:t>
            </a:r>
            <a:r>
              <a:rPr lang="fi-FI" dirty="0"/>
              <a:t> </a:t>
            </a:r>
            <a:r>
              <a:rPr lang="fi-FI" dirty="0" err="1"/>
              <a:t>cash</a:t>
            </a:r>
            <a:r>
              <a:rPr lang="fi-FI" dirty="0"/>
              <a:t>, </a:t>
            </a:r>
            <a:r>
              <a:rPr lang="fi-FI" dirty="0" err="1"/>
              <a:t>deposit</a:t>
            </a:r>
            <a:r>
              <a:rPr lang="fi-FI" dirty="0"/>
              <a:t> money, </a:t>
            </a:r>
            <a:r>
              <a:rPr lang="fi-FI" dirty="0" err="1"/>
              <a:t>transfer</a:t>
            </a:r>
            <a:r>
              <a:rPr lang="fi-FI" dirty="0"/>
              <a:t> </a:t>
            </a:r>
            <a:r>
              <a:rPr lang="fi-FI" dirty="0" err="1"/>
              <a:t>funds</a:t>
            </a:r>
            <a:r>
              <a:rPr lang="fi-FI" dirty="0"/>
              <a:t>, </a:t>
            </a:r>
            <a:r>
              <a:rPr lang="fi-FI" dirty="0" err="1"/>
              <a:t>view</a:t>
            </a:r>
            <a:r>
              <a:rPr lang="fi-FI" dirty="0"/>
              <a:t> </a:t>
            </a:r>
            <a:r>
              <a:rPr lang="fi-FI" dirty="0" err="1"/>
              <a:t>account</a:t>
            </a:r>
            <a:r>
              <a:rPr lang="fi-FI" dirty="0"/>
              <a:t> </a:t>
            </a:r>
            <a:r>
              <a:rPr lang="fi-FI" dirty="0" err="1"/>
              <a:t>transactions</a:t>
            </a:r>
            <a:r>
              <a:rPr lang="fi-FI" dirty="0"/>
              <a:t>, </a:t>
            </a:r>
            <a:r>
              <a:rPr lang="fi-FI" dirty="0" err="1"/>
              <a:t>access</a:t>
            </a:r>
            <a:r>
              <a:rPr lang="fi-FI" dirty="0"/>
              <a:t> personal </a:t>
            </a:r>
            <a:r>
              <a:rPr lang="fi-FI" dirty="0" err="1"/>
              <a:t>information</a:t>
            </a:r>
            <a:r>
              <a:rPr lang="fi-FI" dirty="0"/>
              <a:t> </a:t>
            </a:r>
            <a:r>
              <a:rPr lang="fi-FI" dirty="0" err="1"/>
              <a:t>or</a:t>
            </a:r>
            <a:r>
              <a:rPr lang="fi-FI" dirty="0"/>
              <a:t> </a:t>
            </a:r>
            <a:r>
              <a:rPr lang="fi-FI" dirty="0" err="1"/>
              <a:t>log</a:t>
            </a:r>
            <a:r>
              <a:rPr lang="fi-FI" dirty="0"/>
              <a:t> out.</a:t>
            </a:r>
          </a:p>
        </p:txBody>
      </p:sp>
      <p:sp>
        <p:nvSpPr>
          <p:cNvPr id="10" name="Sisällön paikkamerkki 9"/>
          <p:cNvSpPr>
            <a:spLocks noGrp="1"/>
          </p:cNvSpPr>
          <p:nvPr>
            <p:ph idx="11"/>
          </p:nvPr>
        </p:nvSpPr>
        <p:spPr>
          <a:xfrm>
            <a:off x="6332388" y="2735386"/>
            <a:ext cx="2785032" cy="8956245"/>
          </a:xfrm>
        </p:spPr>
        <p:txBody>
          <a:bodyPr lIns="122191" tIns="61096" rIns="122191" bIns="61096" anchor="t">
            <a:noAutofit/>
          </a:bodyPr>
          <a:lstStyle/>
          <a:p>
            <a:endParaRPr lang="FI-FI"/>
          </a:p>
          <a:p>
            <a:endParaRPr lang="fi-FI"/>
          </a:p>
          <a:p>
            <a:endParaRPr lang="fi-FI"/>
          </a:p>
          <a:p>
            <a:endParaRPr lang="fi-FI"/>
          </a:p>
          <a:p>
            <a:endParaRPr lang="fi-FI"/>
          </a:p>
          <a:p>
            <a:endParaRPr lang="fi-FI"/>
          </a:p>
          <a:p>
            <a:endParaRPr lang="FI-FI" i="1"/>
          </a:p>
          <a:p>
            <a:r>
              <a:rPr lang="FI-FI" i="1"/>
              <a:t>FIGURE 3. Application main </a:t>
            </a:r>
            <a:r>
              <a:rPr lang="FI-FI" i="1" err="1"/>
              <a:t>view</a:t>
            </a:r>
            <a:r>
              <a:rPr lang="FI-FI" i="1"/>
              <a:t>.</a:t>
            </a:r>
            <a:endParaRPr lang="fi-FI" i="1"/>
          </a:p>
          <a:p>
            <a:endParaRPr lang="fi-FI"/>
          </a:p>
          <a:p>
            <a:r>
              <a:rPr lang="EN-US" b="1"/>
              <a:t>Conclusions</a:t>
            </a:r>
          </a:p>
          <a:p>
            <a:r>
              <a:rPr lang="en-US"/>
              <a:t>The project helped us understand the project as a whole and its development. Everyone got to work on the backend and frontend. This also a</a:t>
            </a:r>
            <a:r>
              <a:rPr lang="fi-FI" err="1"/>
              <a:t>llowed</a:t>
            </a:r>
            <a:r>
              <a:rPr lang="fi-FI"/>
              <a:t> us to </a:t>
            </a:r>
            <a:r>
              <a:rPr lang="fi-FI" err="1"/>
              <a:t>develop</a:t>
            </a:r>
            <a:r>
              <a:rPr lang="fi-FI"/>
              <a:t> </a:t>
            </a:r>
            <a:r>
              <a:rPr lang="fi-FI" err="1"/>
              <a:t>teamwork</a:t>
            </a:r>
            <a:r>
              <a:rPr lang="fi-FI"/>
              <a:t> </a:t>
            </a:r>
            <a:r>
              <a:rPr lang="fi-FI" err="1"/>
              <a:t>skills</a:t>
            </a:r>
            <a:r>
              <a:rPr lang="fi-FI"/>
              <a:t>. </a:t>
            </a:r>
            <a:r>
              <a:rPr lang="fi-FI" err="1"/>
              <a:t>We</a:t>
            </a:r>
            <a:r>
              <a:rPr lang="fi-FI"/>
              <a:t> </a:t>
            </a:r>
            <a:r>
              <a:rPr lang="fi-FI" err="1"/>
              <a:t>gathred</a:t>
            </a:r>
            <a:r>
              <a:rPr lang="fi-FI"/>
              <a:t> </a:t>
            </a:r>
            <a:r>
              <a:rPr lang="fi-FI" err="1"/>
              <a:t>valuable</a:t>
            </a:r>
            <a:r>
              <a:rPr lang="fi-FI"/>
              <a:t> </a:t>
            </a:r>
            <a:r>
              <a:rPr lang="fi-FI" err="1"/>
              <a:t>experience</a:t>
            </a:r>
            <a:r>
              <a:rPr lang="fi-FI"/>
              <a:t> </a:t>
            </a:r>
            <a:r>
              <a:rPr lang="fi-FI" err="1"/>
              <a:t>about</a:t>
            </a:r>
            <a:r>
              <a:rPr lang="fi-FI"/>
              <a:t> version </a:t>
            </a:r>
            <a:r>
              <a:rPr lang="fi-FI" err="1"/>
              <a:t>control</a:t>
            </a:r>
            <a:r>
              <a:rPr lang="fi-FI"/>
              <a:t> and GitHub.</a:t>
            </a:r>
          </a:p>
          <a:p>
            <a:endParaRPr lang="fi-FI"/>
          </a:p>
          <a:p>
            <a:r>
              <a:rPr lang="en-US" b="1">
                <a:latin typeface="Calibri"/>
                <a:ea typeface="Calibri"/>
                <a:cs typeface="Calibri"/>
              </a:rPr>
              <a:t>References</a:t>
            </a:r>
            <a:endParaRPr lang="en-US">
              <a:latin typeface="Calibri"/>
              <a:ea typeface="Calibri"/>
              <a:cs typeface="Calibri"/>
            </a:endParaRPr>
          </a:p>
          <a:p>
            <a:r>
              <a:rPr lang="en-US"/>
              <a:t>Qt Documentation. URL: </a:t>
            </a:r>
            <a:r>
              <a:rPr lang="en-US">
                <a:hlinkClick r:id="rId2"/>
              </a:rPr>
              <a:t>http://doc.qt.io</a:t>
            </a:r>
            <a:endParaRPr lang="en-US"/>
          </a:p>
          <a:p>
            <a:r>
              <a:rPr lang="en-US"/>
              <a:t>Node.js Documentation. URL </a:t>
            </a:r>
            <a:r>
              <a:rPr lang="en-US">
                <a:hlinkClick r:id="rId3"/>
              </a:rPr>
              <a:t>http://nodejs.org/en/docs</a:t>
            </a:r>
            <a:endParaRPr lang="en-US"/>
          </a:p>
          <a:p>
            <a:r>
              <a:rPr lang="en-US"/>
              <a:t>MySQL Reference Manual. URL:</a:t>
            </a:r>
          </a:p>
          <a:p>
            <a:r>
              <a:rPr lang="en-US">
                <a:hlinkClick r:id="rId4"/>
              </a:rPr>
              <a:t>https://dev.mysql.com/doc/</a:t>
            </a:r>
            <a:endParaRPr lang="en-US"/>
          </a:p>
        </p:txBody>
      </p:sp>
      <p:pic>
        <p:nvPicPr>
          <p:cNvPr id="2" name="Picture 1">
            <a:extLst>
              <a:ext uri="{FF2B5EF4-FFF2-40B4-BE49-F238E27FC236}">
                <a16:creationId xmlns:a16="http://schemas.microsoft.com/office/drawing/2014/main" id="{52573457-9494-1420-2B50-6F0090787AF1}"/>
              </a:ext>
            </a:extLst>
          </p:cNvPr>
          <p:cNvPicPr>
            <a:picLocks noChangeAspect="1"/>
          </p:cNvPicPr>
          <p:nvPr/>
        </p:nvPicPr>
        <p:blipFill>
          <a:blip r:embed="rId5"/>
          <a:stretch>
            <a:fillRect/>
          </a:stretch>
        </p:blipFill>
        <p:spPr>
          <a:xfrm>
            <a:off x="532280" y="8331414"/>
            <a:ext cx="2764275" cy="2360444"/>
          </a:xfrm>
          <a:prstGeom prst="rect">
            <a:avLst/>
          </a:prstGeom>
        </p:spPr>
      </p:pic>
      <p:pic>
        <p:nvPicPr>
          <p:cNvPr id="3" name="Picture 2">
            <a:extLst>
              <a:ext uri="{FF2B5EF4-FFF2-40B4-BE49-F238E27FC236}">
                <a16:creationId xmlns:a16="http://schemas.microsoft.com/office/drawing/2014/main" id="{2B1F8705-747C-CEF2-7AD7-6DF641CB3B09}"/>
              </a:ext>
            </a:extLst>
          </p:cNvPr>
          <p:cNvPicPr>
            <a:picLocks noChangeAspect="1"/>
          </p:cNvPicPr>
          <p:nvPr/>
        </p:nvPicPr>
        <p:blipFill>
          <a:blip r:embed="rId6"/>
          <a:stretch>
            <a:fillRect/>
          </a:stretch>
        </p:blipFill>
        <p:spPr>
          <a:xfrm>
            <a:off x="3464062" y="4617193"/>
            <a:ext cx="2809266" cy="1444962"/>
          </a:xfrm>
          <a:prstGeom prst="rect">
            <a:avLst/>
          </a:prstGeom>
        </p:spPr>
      </p:pic>
      <p:pic>
        <p:nvPicPr>
          <p:cNvPr id="11" name="Picture 10">
            <a:extLst>
              <a:ext uri="{FF2B5EF4-FFF2-40B4-BE49-F238E27FC236}">
                <a16:creationId xmlns:a16="http://schemas.microsoft.com/office/drawing/2014/main" id="{94EBBECC-7427-D4F9-9278-FBE2EAC34BCC}"/>
              </a:ext>
            </a:extLst>
          </p:cNvPr>
          <p:cNvPicPr>
            <a:picLocks noChangeAspect="1"/>
          </p:cNvPicPr>
          <p:nvPr/>
        </p:nvPicPr>
        <p:blipFill>
          <a:blip r:embed="rId7"/>
          <a:stretch>
            <a:fillRect/>
          </a:stretch>
        </p:blipFill>
        <p:spPr>
          <a:xfrm>
            <a:off x="6322764" y="2735383"/>
            <a:ext cx="2792455" cy="1939395"/>
          </a:xfrm>
          <a:prstGeom prst="rect">
            <a:avLst/>
          </a:prstGeom>
        </p:spPr>
      </p:pic>
    </p:spTree>
  </p:cSld>
  <p:clrMapOvr>
    <a:masterClrMapping/>
  </p:clrMapOvr>
</p:sld>
</file>

<file path=ppt/theme/theme1.xml><?xml version="1.0" encoding="utf-8"?>
<a:theme xmlns:a="http://schemas.openxmlformats.org/drawingml/2006/main" name="Oamk oranssi">
  <a:themeElements>
    <a:clrScheme name="Oamk oranssi 2">
      <a:dk1>
        <a:sysClr val="windowText" lastClr="000000"/>
      </a:dk1>
      <a:lt1>
        <a:sysClr val="window" lastClr="FFFFFF"/>
      </a:lt1>
      <a:dk2>
        <a:srgbClr val="FD7813"/>
      </a:dk2>
      <a:lt2>
        <a:srgbClr val="E6E6E6"/>
      </a:lt2>
      <a:accent1>
        <a:srgbClr val="FD7813"/>
      </a:accent1>
      <a:accent2>
        <a:srgbClr val="FFA558"/>
      </a:accent2>
      <a:accent3>
        <a:srgbClr val="FFBC86"/>
      </a:accent3>
      <a:accent4>
        <a:srgbClr val="FFD3B1"/>
      </a:accent4>
      <a:accent5>
        <a:srgbClr val="FFE9D9"/>
      </a:accent5>
      <a:accent6>
        <a:srgbClr val="F7F4EC"/>
      </a:accent6>
      <a:hlink>
        <a:srgbClr val="2E809E"/>
      </a:hlink>
      <a:folHlink>
        <a:srgbClr val="3CA5CD"/>
      </a:folHlink>
    </a:clrScheme>
    <a:fontScheme name="Horisontti">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err="1" smtClean="0"/>
        </a:defPPr>
      </a:lstStyle>
    </a:txDef>
  </a:objectDefaults>
  <a:extraClrSchemeLst/>
</a:theme>
</file>

<file path=ppt/theme/theme2.xml><?xml version="1.0" encoding="utf-8"?>
<a:theme xmlns:a="http://schemas.openxmlformats.org/drawingml/2006/main" name="Office-te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te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3831626-fde5-4fc8-acc5-9526b66ab2bb">
      <Terms xmlns="http://schemas.microsoft.com/office/infopath/2007/PartnerControls"/>
    </lcf76f155ced4ddcb4097134ff3c332f>
    <TaxCatchAll xmlns="b5314b1c-0f5c-4851-9378-7099df4806c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Asiakirja" ma:contentTypeID="0x0101009C12936ABBAE164AB3E3B1E737DB3796" ma:contentTypeVersion="12" ma:contentTypeDescription="Luo uusi asiakirja." ma:contentTypeScope="" ma:versionID="e5e407f0919e4c93f3b8b0fa6c6d3c67">
  <xsd:schema xmlns:xsd="http://www.w3.org/2001/XMLSchema" xmlns:xs="http://www.w3.org/2001/XMLSchema" xmlns:p="http://schemas.microsoft.com/office/2006/metadata/properties" xmlns:ns2="d3831626-fde5-4fc8-acc5-9526b66ab2bb" xmlns:ns3="b5314b1c-0f5c-4851-9378-7099df4806ca" targetNamespace="http://schemas.microsoft.com/office/2006/metadata/properties" ma:root="true" ma:fieldsID="8ac02ae0bbcaae6727d7836bbfddf8d7" ns2:_="" ns3:_="">
    <xsd:import namespace="d3831626-fde5-4fc8-acc5-9526b66ab2bb"/>
    <xsd:import namespace="b5314b1c-0f5c-4851-9378-7099df4806c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831626-fde5-4fc8-acc5-9526b66ab2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Kuvien tunnisteet" ma:readOnly="false" ma:fieldId="{5cf76f15-5ced-4ddc-b409-7134ff3c332f}" ma:taxonomyMulti="true" ma:sspId="3c5529c5-a027-4c82-ab4e-2b087dfb9f5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314b1c-0f5c-4851-9378-7099df4806c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0348f19-19ee-417e-bdef-a0be11cb9c56}" ma:internalName="TaxCatchAll" ma:showField="CatchAllData" ma:web="b5314b1c-0f5c-4851-9378-7099df4806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isältölaji"/>
        <xsd:element ref="dc:title" minOccurs="0" maxOccurs="1" ma:index="4" ma:displayName="Otsikk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93D6BA-D48C-41DF-9E54-5DA5675CEB9E}">
  <ds:schemaRefs>
    <ds:schemaRef ds:uri="b5314b1c-0f5c-4851-9378-7099df4806ca"/>
    <ds:schemaRef ds:uri="d3831626-fde5-4fc8-acc5-9526b66ab2b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0E32827-0783-455D-95AD-A680D371E538}">
  <ds:schemaRefs>
    <ds:schemaRef ds:uri="b5314b1c-0f5c-4851-9378-7099df4806ca"/>
    <ds:schemaRef ds:uri="d3831626-fde5-4fc8-acc5-9526b66ab2b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24CFD58-8632-4B1D-979B-29FF3DB482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A3-paperi (297 x 420 mm)</PresentationFormat>
  <Slides>1</Slides>
  <Notes>0</Notes>
  <HiddenSlides>0</HiddenSlides>
  <ScaleCrop>false</ScaleCrop>
  <HeadingPairs>
    <vt:vector size="4" baseType="variant">
      <vt:variant>
        <vt:lpstr>Teema</vt:lpstr>
      </vt:variant>
      <vt:variant>
        <vt:i4>1</vt:i4>
      </vt:variant>
      <vt:variant>
        <vt:lpstr>Dian otsikot</vt:lpstr>
      </vt:variant>
      <vt:variant>
        <vt:i4>1</vt:i4>
      </vt:variant>
    </vt:vector>
  </HeadingPairs>
  <TitlesOfParts>
    <vt:vector size="2" baseType="lpstr">
      <vt:lpstr>Oamk oranssi</vt:lpstr>
      <vt:lpstr>PowerPoint-esitys</vt:lpstr>
    </vt:vector>
  </TitlesOfParts>
  <Company>Oamk</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PowerPoint-esitys</dc:title>
  <dc:creator>Viestintäpalvelut</dc:creator>
  <cp:revision>519</cp:revision>
  <cp:lastPrinted>2017-11-26T11:23:08Z</cp:lastPrinted>
  <dcterms:created xsi:type="dcterms:W3CDTF">2011-08-25T08:52:46Z</dcterms:created>
  <dcterms:modified xsi:type="dcterms:W3CDTF">2026-02-13T12:45:06Z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0x0101009C12936ABBAE164AB3E3B1E737DB3796</vt:lpwstr>
  </property>
</Properties>
</file>